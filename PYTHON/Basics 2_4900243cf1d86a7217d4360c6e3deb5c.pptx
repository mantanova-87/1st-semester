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58" r:id="rId5"/>
    <p:sldId id="261" r:id="rId6"/>
    <p:sldId id="260" r:id="rId7"/>
    <p:sldId id="263" r:id="rId8"/>
    <p:sldId id="264" r:id="rId9"/>
    <p:sldId id="265" r:id="rId10"/>
    <p:sldId id="267" r:id="rId11"/>
    <p:sldId id="269" r:id="rId12"/>
    <p:sldId id="271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16" autoAdjust="0"/>
    <p:restoredTop sz="94660"/>
  </p:normalViewPr>
  <p:slideViewPr>
    <p:cSldViewPr snapToGrid="0">
      <p:cViewPr varScale="1">
        <p:scale>
          <a:sx n="88" d="100"/>
          <a:sy n="88" d="100"/>
        </p:scale>
        <p:origin x="36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45137-51EA-4C66-B104-8523A19964D1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9A5F0-3E0A-49F6-822F-4E7B9573E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47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4AEDE-3F73-E34E-8588-0690C3B2097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68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D2743-D934-4EF0-BFCA-6DBA865A68E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DC4-5E58-491C-B0F6-69ECCE57D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86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D2743-D934-4EF0-BFCA-6DBA865A68E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DC4-5E58-491C-B0F6-69ECCE57D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81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D2743-D934-4EF0-BFCA-6DBA865A68E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DC4-5E58-491C-B0F6-69ECCE57D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85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D2743-D934-4EF0-BFCA-6DBA865A68E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DC4-5E58-491C-B0F6-69ECCE57D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68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D2743-D934-4EF0-BFCA-6DBA865A68E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DC4-5E58-491C-B0F6-69ECCE57D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26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D2743-D934-4EF0-BFCA-6DBA865A68E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DC4-5E58-491C-B0F6-69ECCE57D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4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D2743-D934-4EF0-BFCA-6DBA865A68E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DC4-5E58-491C-B0F6-69ECCE57D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8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D2743-D934-4EF0-BFCA-6DBA865A68E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DC4-5E58-491C-B0F6-69ECCE57D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5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D2743-D934-4EF0-BFCA-6DBA865A68E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DC4-5E58-491C-B0F6-69ECCE57D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48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D2743-D934-4EF0-BFCA-6DBA865A68E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DC4-5E58-491C-B0F6-69ECCE57D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24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D2743-D934-4EF0-BFCA-6DBA865A68E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9DC4-5E58-491C-B0F6-69ECCE57D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937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D2743-D934-4EF0-BFCA-6DBA865A68E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59DC4-5E58-491C-B0F6-69ECCE57D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99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python/python-string-split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Basics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004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2B75A4-41E7-C742-9B25-2A8B4E041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Input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8423F20-8E4A-A042-B038-1BBEEA4C8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 and Usage</a:t>
            </a:r>
          </a:p>
          <a:p>
            <a:pPr marL="0" indent="0">
              <a:buNone/>
            </a:pPr>
            <a:r>
              <a:rPr lang="en-US" dirty="0"/>
              <a:t>	The input() function allows user input.</a:t>
            </a:r>
          </a:p>
          <a:p>
            <a:r>
              <a:rPr lang="en-US" dirty="0"/>
              <a:t>Syntax</a:t>
            </a:r>
          </a:p>
          <a:p>
            <a:pPr marL="0" indent="0">
              <a:buNone/>
            </a:pPr>
            <a:r>
              <a:rPr lang="en-US" dirty="0"/>
              <a:t>	input(</a:t>
            </a:r>
            <a:r>
              <a:rPr lang="en-US" i="1" dirty="0"/>
              <a:t>prompt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DD07ACCE-68B4-0742-8568-FBD22231A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358451"/>
              </p:ext>
            </p:extLst>
          </p:nvPr>
        </p:nvGraphicFramePr>
        <p:xfrm>
          <a:off x="4028852" y="3041610"/>
          <a:ext cx="7562258" cy="853440"/>
        </p:xfrm>
        <a:graphic>
          <a:graphicData uri="http://schemas.openxmlformats.org/drawingml/2006/table">
            <a:tbl>
              <a:tblPr/>
              <a:tblGrid>
                <a:gridCol w="1300794">
                  <a:extLst>
                    <a:ext uri="{9D8B030D-6E8A-4147-A177-3AD203B41FA5}">
                      <a16:colId xmlns="" xmlns:a16="http://schemas.microsoft.com/office/drawing/2014/main" val="769209517"/>
                    </a:ext>
                  </a:extLst>
                </a:gridCol>
                <a:gridCol w="6261464">
                  <a:extLst>
                    <a:ext uri="{9D8B030D-6E8A-4147-A177-3AD203B41FA5}">
                      <a16:colId xmlns="" xmlns:a16="http://schemas.microsoft.com/office/drawing/2014/main" val="21747682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Parameter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06262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i="1">
                          <a:effectLst/>
                        </a:rPr>
                        <a:t>prompt</a:t>
                      </a:r>
                      <a:endParaRPr lang="en-US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 String, representing a default message before the input.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7092565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80851" y="4599641"/>
            <a:ext cx="805864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0" dirty="0" smtClean="0">
                <a:solidFill>
                  <a:srgbClr val="25265E"/>
                </a:solidFill>
                <a:effectLst/>
                <a:latin typeface="euclid_circular_a"/>
              </a:rPr>
              <a:t>input() Return Value</a:t>
            </a:r>
          </a:p>
          <a:p>
            <a:r>
              <a:rPr lang="en-US" sz="2000" b="0" i="0" dirty="0" smtClean="0">
                <a:effectLst/>
                <a:latin typeface="euclid_circular_a"/>
              </a:rPr>
              <a:t>The function returns the user's input in the form of a </a:t>
            </a:r>
            <a:r>
              <a:rPr lang="en-US" sz="2000" b="0" i="0" u="none" strike="noStrike" dirty="0" smtClean="0">
                <a:effectLst/>
                <a:latin typeface="euclid_circular_a"/>
              </a:rPr>
              <a:t>string</a:t>
            </a:r>
            <a:r>
              <a:rPr lang="en-US" sz="2000" b="0" i="0" dirty="0" smtClean="0">
                <a:effectLst/>
                <a:latin typeface="euclid_circular_a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19834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46F905-912B-A34F-9B84-5EED5701A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7B79FE4-53EE-E440-B529-C232E6F13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Write a program that</a:t>
            </a:r>
            <a:r>
              <a:rPr lang="en-US" dirty="0" smtClean="0">
                <a:solidFill>
                  <a:srgbClr val="FF0000"/>
                </a:solidFill>
              </a:rPr>
              <a:t> ask </a:t>
            </a:r>
            <a:r>
              <a:rPr lang="en-US" dirty="0">
                <a:solidFill>
                  <a:srgbClr val="FF0000"/>
                </a:solidFill>
              </a:rPr>
              <a:t>for the user's name and print it: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print</a:t>
            </a:r>
            <a:r>
              <a:rPr lang="en-US" dirty="0"/>
              <a:t>('Enter your name:')</a:t>
            </a:r>
            <a:br>
              <a:rPr lang="en-US" dirty="0"/>
            </a:br>
            <a:r>
              <a:rPr lang="en-US" dirty="0"/>
              <a:t>x = input()</a:t>
            </a:r>
            <a:br>
              <a:rPr lang="en-US" dirty="0"/>
            </a:br>
            <a:r>
              <a:rPr lang="en-US" dirty="0"/>
              <a:t>print('Hello, ' + x)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449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Example: </a:t>
            </a:r>
            <a:r>
              <a:rPr lang="en-US" b="1" dirty="0">
                <a:solidFill>
                  <a:srgbClr val="FF0000"/>
                </a:solidFill>
              </a:rPr>
              <a:t>Taking the Name and Age of the user as input and printing </a:t>
            </a:r>
            <a:r>
              <a:rPr lang="en-US" b="1" dirty="0" smtClean="0">
                <a:solidFill>
                  <a:srgbClr val="FF0000"/>
                </a:solidFill>
              </a:rPr>
              <a:t>it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 smtClean="0"/>
              <a:t># Taking name of the user as input and storing it name variable</a:t>
            </a:r>
          </a:p>
          <a:p>
            <a:pPr marL="0" indent="0">
              <a:buNone/>
            </a:pPr>
            <a:r>
              <a:rPr lang="en-US" sz="2400" dirty="0" smtClean="0"/>
              <a:t>name = input("Please Enter Your Name: ")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# taking age of the user as input and storing in into variable age</a:t>
            </a:r>
          </a:p>
          <a:p>
            <a:pPr marL="0" indent="0">
              <a:buNone/>
            </a:pPr>
            <a:r>
              <a:rPr lang="en-US" sz="2400" dirty="0" smtClean="0"/>
              <a:t>age = input("Please Enter Your Age: ")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#display</a:t>
            </a:r>
          </a:p>
          <a:p>
            <a:pPr marL="0" indent="0">
              <a:buNone/>
            </a:pPr>
            <a:r>
              <a:rPr lang="en-US" sz="2400" dirty="0" smtClean="0"/>
              <a:t>print("Name &amp; Age: ", name, age)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151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229F7D-5275-DA43-80D4-0CE1E05EB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Multiple Input in Python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B821F20-2B5D-9D48-BA3D-03BA9FC55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772"/>
            <a:ext cx="10900954" cy="5693228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dirty="0"/>
              <a:t>We are taking multiple input from the user in a single line, splitting the values entered by the user into separate variables for each value using the </a:t>
            </a:r>
            <a:r>
              <a:rPr lang="en-US" u="sng" dirty="0">
                <a:hlinkClick r:id="rId2"/>
              </a:rPr>
              <a:t>split() method</a:t>
            </a:r>
            <a:r>
              <a:rPr lang="en-US" dirty="0"/>
              <a:t>. </a:t>
            </a:r>
          </a:p>
          <a:p>
            <a:pPr marL="0" indent="0" fontAlgn="base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0" indent="0" fontAlgn="base">
              <a:buNone/>
            </a:pPr>
            <a:r>
              <a:rPr lang="en-US" dirty="0" smtClean="0">
                <a:solidFill>
                  <a:srgbClr val="FF0000"/>
                </a:solidFill>
              </a:rPr>
              <a:t>Example</a:t>
            </a:r>
            <a:endParaRPr lang="en-US" dirty="0">
              <a:solidFill>
                <a:srgbClr val="FF0000"/>
              </a:solidFill>
            </a:endParaRPr>
          </a:p>
          <a:p>
            <a:pPr marL="0" indent="0" fontAlgn="base">
              <a:buNone/>
            </a:pPr>
            <a:r>
              <a:rPr lang="en-US" i="1" dirty="0"/>
              <a:t># taking two inputs at a time</a:t>
            </a:r>
            <a:r>
              <a:rPr lang="en-US" dirty="0"/>
              <a:t> </a:t>
            </a:r>
          </a:p>
          <a:p>
            <a:pPr marL="0" indent="0" fontAlgn="base">
              <a:buNone/>
            </a:pPr>
            <a:r>
              <a:rPr lang="en-US" dirty="0"/>
              <a:t>x, y = input("Enter two values: ").split() </a:t>
            </a:r>
          </a:p>
          <a:p>
            <a:pPr marL="0" indent="0" fontAlgn="base">
              <a:buNone/>
            </a:pPr>
            <a:r>
              <a:rPr lang="en-US" dirty="0"/>
              <a:t>print("Number of boys: ", x) </a:t>
            </a:r>
          </a:p>
          <a:p>
            <a:pPr marL="0" indent="0" fontAlgn="base">
              <a:buNone/>
            </a:pPr>
            <a:r>
              <a:rPr lang="en-US" dirty="0"/>
              <a:t>print("Number of girls: ", y)</a:t>
            </a:r>
          </a:p>
          <a:p>
            <a:pPr marL="0" indent="0" fontAlgn="base">
              <a:buNone/>
            </a:pPr>
            <a:endParaRPr lang="en-US" b="1" dirty="0" smtClean="0"/>
          </a:p>
          <a:p>
            <a:pPr marL="0" indent="0" fontAlgn="base">
              <a:buNone/>
            </a:pPr>
            <a:r>
              <a:rPr lang="en-US" b="1" dirty="0" smtClean="0"/>
              <a:t>Output</a:t>
            </a:r>
            <a:r>
              <a:rPr lang="en-US" b="1" dirty="0"/>
              <a:t>							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Enter two values: 5 10</a:t>
            </a:r>
            <a:br>
              <a:rPr lang="en-US" dirty="0"/>
            </a:br>
            <a:r>
              <a:rPr lang="en-US" dirty="0"/>
              <a:t>Number of boys: 5 </a:t>
            </a:r>
            <a:br>
              <a:rPr lang="en-US" dirty="0"/>
            </a:br>
            <a:r>
              <a:rPr lang="en-US" dirty="0"/>
              <a:t>Number of girls: </a:t>
            </a:r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271657" y="3785104"/>
            <a:ext cx="41714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dirty="0"/>
              <a:t>I</a:t>
            </a:r>
            <a:r>
              <a:rPr lang="en-US" dirty="0" smtClean="0"/>
              <a:t>t prints the values with corresponding labels, either two or three, based on the number of inputs provided by the user.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52497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Print Numbers in </a:t>
            </a:r>
            <a:r>
              <a:rPr lang="en-US" b="1" dirty="0" smtClean="0">
                <a:solidFill>
                  <a:srgbClr val="FF0000"/>
                </a:solidFill>
              </a:rPr>
              <a:t>Python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822577" cy="4351338"/>
          </a:xfrm>
        </p:spPr>
        <p:txBody>
          <a:bodyPr/>
          <a:lstStyle/>
          <a:p>
            <a:r>
              <a:rPr lang="en-US" dirty="0" smtClean="0"/>
              <a:t>Need to convert </a:t>
            </a:r>
            <a:r>
              <a:rPr lang="en-US" dirty="0"/>
              <a:t>the input to an integer using </a:t>
            </a:r>
            <a:r>
              <a:rPr lang="en-US" dirty="0" smtClean="0"/>
              <a:t>typecasting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# Taking input as </a:t>
            </a:r>
            <a:r>
              <a:rPr lang="en-US" dirty="0" err="1" smtClean="0"/>
              <a:t>int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 Typecasting to </a:t>
            </a:r>
            <a:r>
              <a:rPr lang="en-US" dirty="0" err="1" smtClean="0"/>
              <a:t>int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 = </a:t>
            </a:r>
            <a:r>
              <a:rPr lang="en-US" dirty="0" err="1" smtClean="0"/>
              <a:t>int</a:t>
            </a:r>
            <a:r>
              <a:rPr lang="en-US" dirty="0" smtClean="0"/>
              <a:t>(input(“what is your age? "))</a:t>
            </a:r>
          </a:p>
          <a:p>
            <a:pPr marL="0" indent="0">
              <a:buNone/>
            </a:pPr>
            <a:r>
              <a:rPr lang="en-US" dirty="0" smtClean="0"/>
              <a:t>print(n)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501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82595C-DAF3-ED4C-812A-AE022F311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Print Float/Decimal Number in </a:t>
            </a:r>
            <a:r>
              <a:rPr lang="en-US" b="1" dirty="0" smtClean="0">
                <a:solidFill>
                  <a:srgbClr val="FF0000"/>
                </a:solidFill>
              </a:rPr>
              <a:t>Python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0B2697B-F2A8-A640-B429-514FEC000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i="1" dirty="0" smtClean="0"/>
              <a:t># </a:t>
            </a:r>
            <a:r>
              <a:rPr lang="en-US" i="1" dirty="0"/>
              <a:t>Taking input as float</a:t>
            </a:r>
            <a:r>
              <a:rPr lang="en-US" dirty="0"/>
              <a:t> </a:t>
            </a:r>
          </a:p>
          <a:p>
            <a:pPr marL="0" indent="0" fontAlgn="base">
              <a:buNone/>
            </a:pPr>
            <a:r>
              <a:rPr lang="en-US" i="1" dirty="0"/>
              <a:t># Typecasting to float</a:t>
            </a:r>
            <a:r>
              <a:rPr lang="en-US" dirty="0"/>
              <a:t> </a:t>
            </a:r>
          </a:p>
          <a:p>
            <a:pPr marL="0" indent="0" fontAlgn="base">
              <a:buNone/>
            </a:pPr>
            <a:r>
              <a:rPr lang="en-US" dirty="0"/>
              <a:t>price = float(input("Price of each rose?: ")) </a:t>
            </a:r>
          </a:p>
          <a:p>
            <a:pPr marL="0" indent="0" fontAlgn="base">
              <a:buNone/>
            </a:pPr>
            <a:r>
              <a:rPr lang="en-US" dirty="0"/>
              <a:t>print(price) </a:t>
            </a:r>
          </a:p>
          <a:p>
            <a:pPr marL="0" indent="0" fontAlgn="base">
              <a:buNone/>
            </a:pPr>
            <a:endParaRPr lang="en-US" b="1" dirty="0" smtClean="0"/>
          </a:p>
          <a:p>
            <a:pPr marL="0" indent="0" fontAlgn="base">
              <a:buNone/>
            </a:pPr>
            <a:r>
              <a:rPr lang="en-US" b="1" dirty="0" smtClean="0"/>
              <a:t>Output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Price of each rose?: 50.3050.3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686698" y="378594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dirty="0" smtClean="0"/>
              <a:t>The code prompts the user to input the price of each rose as a floating-point number, converts the input to a float using typecasting and then prints the price.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964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D355EB-B9EA-F742-B618-A4349E12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Find </a:t>
            </a:r>
            <a:r>
              <a:rPr lang="en-US" b="1" dirty="0" err="1">
                <a:solidFill>
                  <a:srgbClr val="FF0000"/>
                </a:solidFill>
              </a:rPr>
              <a:t>DataType</a:t>
            </a:r>
            <a:r>
              <a:rPr lang="en-US" b="1" dirty="0">
                <a:solidFill>
                  <a:srgbClr val="FF0000"/>
                </a:solidFill>
              </a:rPr>
              <a:t> of Input in Python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8F0653D-8771-7A46-A0DC-CA3F87470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152"/>
            <a:ext cx="10515600" cy="5260847"/>
          </a:xfrm>
        </p:spPr>
        <p:txBody>
          <a:bodyPr>
            <a:normAutofit/>
          </a:bodyPr>
          <a:lstStyle/>
          <a:p>
            <a:pPr fontAlgn="base"/>
            <a:r>
              <a:rPr lang="en-US" dirty="0" smtClean="0"/>
              <a:t>In the given example, we are printing the type of variable x. We will determine the type of an object in Python.</a:t>
            </a:r>
          </a:p>
          <a:p>
            <a:pPr marL="0" indent="0" fontAlgn="base">
              <a:buNone/>
            </a:pPr>
            <a:r>
              <a:rPr lang="en-US" dirty="0" smtClean="0"/>
              <a:t>a </a:t>
            </a:r>
            <a:r>
              <a:rPr lang="en-US" dirty="0"/>
              <a:t>= "Hello World"</a:t>
            </a:r>
          </a:p>
          <a:p>
            <a:pPr marL="0" indent="0" fontAlgn="base">
              <a:buNone/>
            </a:pPr>
            <a:r>
              <a:rPr lang="en-US" dirty="0"/>
              <a:t>b = 10 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 smtClean="0"/>
              <a:t>c </a:t>
            </a:r>
            <a:r>
              <a:rPr lang="en-US" dirty="0"/>
              <a:t>= 11.22 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 smtClean="0"/>
              <a:t>​</a:t>
            </a:r>
            <a:r>
              <a:rPr lang="en-US" dirty="0"/>
              <a:t>print(type(a))</a:t>
            </a:r>
          </a:p>
          <a:p>
            <a:pPr marL="0" indent="0" fontAlgn="base">
              <a:buNone/>
            </a:pPr>
            <a:r>
              <a:rPr lang="en-US" dirty="0"/>
              <a:t>print(type(b))</a:t>
            </a:r>
          </a:p>
          <a:p>
            <a:pPr marL="0" indent="0" fontAlgn="base">
              <a:buNone/>
            </a:pPr>
            <a:r>
              <a:rPr lang="en-US" dirty="0"/>
              <a:t>print(type(c))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D1BC41A5-852F-D142-B5F7-6B04A0905FEB}"/>
              </a:ext>
            </a:extLst>
          </p:cNvPr>
          <p:cNvSpPr/>
          <p:nvPr/>
        </p:nvSpPr>
        <p:spPr>
          <a:xfrm>
            <a:off x="5795119" y="3812678"/>
            <a:ext cx="28996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&lt;class '</a:t>
            </a:r>
            <a:r>
              <a:rPr lang="en-US" dirty="0" err="1"/>
              <a:t>str</a:t>
            </a:r>
            <a:r>
              <a:rPr lang="en-US" dirty="0"/>
              <a:t>’&gt; </a:t>
            </a:r>
          </a:p>
          <a:p>
            <a:r>
              <a:rPr lang="en-US" dirty="0"/>
              <a:t>&lt;class '</a:t>
            </a:r>
            <a:r>
              <a:rPr lang="en-US" dirty="0" err="1"/>
              <a:t>int</a:t>
            </a:r>
            <a:r>
              <a:rPr lang="en-US" dirty="0"/>
              <a:t>’&gt;</a:t>
            </a:r>
          </a:p>
          <a:p>
            <a:r>
              <a:rPr lang="en-US" dirty="0"/>
              <a:t> &lt;class 'float’&gt;</a:t>
            </a:r>
          </a:p>
        </p:txBody>
      </p:sp>
    </p:spTree>
    <p:extLst>
      <p:ext uri="{BB962C8B-B14F-4D97-AF65-F5344CB8AC3E}">
        <p14:creationId xmlns:p14="http://schemas.microsoft.com/office/powerpoint/2010/main" val="357291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3F2393-F246-0A45-97A3-4FC7B2A35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Arithmetic Operators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671A4720-D84F-2E42-8DD9-BA6E4A4E71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584" y="1825625"/>
            <a:ext cx="7678831" cy="4351338"/>
          </a:xfrm>
        </p:spPr>
      </p:pic>
    </p:spTree>
    <p:extLst>
      <p:ext uri="{BB962C8B-B14F-4D97-AF65-F5344CB8AC3E}">
        <p14:creationId xmlns:p14="http://schemas.microsoft.com/office/powerpoint/2010/main" val="3610104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BFF472D-5D11-2044-B64E-1D082915A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Floor division 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68CA082-19CC-F24E-B667-4A0562CA5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Floor division means dividing two numbers and rounding down the result to the nearest whole number (integer). </a:t>
            </a:r>
          </a:p>
          <a:p>
            <a:pPr marL="0" indent="0">
              <a:buNone/>
            </a:pPr>
            <a:r>
              <a:rPr lang="en-US" dirty="0"/>
              <a:t>print(10 // 3)  # Output: 3 (10 ÷ 3 = 3.33 → floor = 3) </a:t>
            </a:r>
          </a:p>
        </p:txBody>
      </p:sp>
    </p:spTree>
    <p:extLst>
      <p:ext uri="{BB962C8B-B14F-4D97-AF65-F5344CB8AC3E}">
        <p14:creationId xmlns:p14="http://schemas.microsoft.com/office/powerpoint/2010/main" val="180771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175CE2-829C-E945-9EC5-19DA770BF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Programs based on arithmetic operators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D45B560-129F-A347-9E5F-2C7C59FA4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384"/>
            <a:ext cx="10515600" cy="51450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Example 1</a:t>
            </a:r>
            <a:r>
              <a:rPr lang="en-US" dirty="0"/>
              <a:t>. Write a program to add </a:t>
            </a:r>
            <a:r>
              <a:rPr lang="en-US" dirty="0" smtClean="0"/>
              <a:t>two numbers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# Program to add two numbers </a:t>
            </a:r>
          </a:p>
          <a:p>
            <a:pPr marL="0" indent="0">
              <a:buNone/>
            </a:pPr>
            <a:r>
              <a:rPr lang="en-US" dirty="0" smtClean="0"/>
              <a:t>num1 = 10</a:t>
            </a:r>
          </a:p>
          <a:p>
            <a:pPr marL="0" indent="0">
              <a:buNone/>
            </a:pPr>
            <a:r>
              <a:rPr lang="en-US" dirty="0" smtClean="0"/>
              <a:t>num2 = 20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sum= num1 + num2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print("The sum of", num1, "and", num2, "is:", sum)</a:t>
            </a:r>
          </a:p>
        </p:txBody>
      </p:sp>
    </p:spTree>
    <p:extLst>
      <p:ext uri="{BB962C8B-B14F-4D97-AF65-F5344CB8AC3E}">
        <p14:creationId xmlns:p14="http://schemas.microsoft.com/office/powerpoint/2010/main" val="1583821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Addition of 2 numbers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# Program to add two numbers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 Input two numbers</a:t>
            </a:r>
          </a:p>
          <a:p>
            <a:pPr marL="0" indent="0">
              <a:buNone/>
            </a:pPr>
            <a:r>
              <a:rPr lang="en-US" dirty="0" smtClean="0"/>
              <a:t>num1 = float(input("Enter first number: "))</a:t>
            </a:r>
          </a:p>
          <a:p>
            <a:pPr marL="0" indent="0">
              <a:buNone/>
            </a:pPr>
            <a:r>
              <a:rPr lang="en-US" dirty="0" smtClean="0"/>
              <a:t>num2 = float(input("Enter second number: "))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 Add the numbers</a:t>
            </a:r>
          </a:p>
          <a:p>
            <a:pPr marL="0" indent="0">
              <a:buNone/>
            </a:pPr>
            <a:r>
              <a:rPr lang="en-US" dirty="0" smtClean="0"/>
              <a:t>sum = num1 + num2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 Display the result</a:t>
            </a:r>
          </a:p>
          <a:p>
            <a:pPr marL="0" indent="0">
              <a:buNone/>
            </a:pPr>
            <a:r>
              <a:rPr lang="en-US" dirty="0" smtClean="0"/>
              <a:t>print("The sum of", num1, "and", num2, "is:", sum)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852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175CE2-829C-E945-9EC5-19DA770BF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Programs based on arithmetic operators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D45B560-129F-A347-9E5F-2C7C59FA4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384"/>
            <a:ext cx="10515600" cy="51450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Program 1. </a:t>
            </a:r>
            <a:r>
              <a:rPr lang="en-US" sz="2400" dirty="0"/>
              <a:t>Write a program to add two </a:t>
            </a:r>
            <a:r>
              <a:rPr lang="en-US" sz="2400" dirty="0" smtClean="0"/>
              <a:t>numbers</a:t>
            </a:r>
          </a:p>
          <a:p>
            <a:pPr marL="0" indent="0">
              <a:buNone/>
            </a:pPr>
            <a:r>
              <a:rPr lang="en-US" sz="2400" dirty="0" smtClean="0"/>
              <a:t> </a:t>
            </a:r>
            <a:r>
              <a:rPr lang="en-US" sz="2400" i="1" dirty="0"/>
              <a:t>Formula </a:t>
            </a:r>
            <a:r>
              <a:rPr lang="en-US" sz="2400" i="1" dirty="0" err="1"/>
              <a:t>a+b</a:t>
            </a:r>
            <a:r>
              <a:rPr lang="en-US" sz="2400" i="1" dirty="0"/>
              <a:t> </a:t>
            </a:r>
          </a:p>
          <a:p>
            <a:pPr marL="0" indent="0">
              <a:buNone/>
            </a:pPr>
            <a:r>
              <a:rPr lang="en-US" sz="2400" b="1" dirty="0"/>
              <a:t>Program 2. </a:t>
            </a:r>
            <a:r>
              <a:rPr lang="en-US" sz="2400" dirty="0"/>
              <a:t>Write a program to find area of circle.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i="1" dirty="0" smtClean="0"/>
              <a:t>Formula </a:t>
            </a:r>
            <a:r>
              <a:rPr lang="en-US" sz="2400" i="1" dirty="0"/>
              <a:t>Area = </a:t>
            </a:r>
            <a:r>
              <a:rPr lang="el-GR" sz="2400" i="1" dirty="0"/>
              <a:t>π × </a:t>
            </a:r>
            <a:r>
              <a:rPr lang="en-US" sz="2400" i="1" dirty="0"/>
              <a:t>r² </a:t>
            </a:r>
            <a:endParaRPr lang="en-US" sz="2400" i="1" dirty="0"/>
          </a:p>
          <a:p>
            <a:pPr marL="0" indent="0">
              <a:buNone/>
            </a:pPr>
            <a:r>
              <a:rPr lang="en-US" sz="2400" b="1" dirty="0" smtClean="0"/>
              <a:t>Program </a:t>
            </a:r>
            <a:r>
              <a:rPr lang="en-US" sz="2400" b="1" dirty="0"/>
              <a:t>3. </a:t>
            </a:r>
            <a:r>
              <a:rPr lang="en-US" sz="2400" dirty="0"/>
              <a:t>Write a program to calculate area of rectangle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i="1" dirty="0" smtClean="0"/>
              <a:t>Formula</a:t>
            </a:r>
            <a:r>
              <a:rPr lang="en-US" sz="2400" i="1" dirty="0"/>
              <a:t>. Area = length × width </a:t>
            </a:r>
          </a:p>
          <a:p>
            <a:pPr marL="0" indent="0">
              <a:buNone/>
            </a:pPr>
            <a:r>
              <a:rPr lang="en-US" sz="2400" b="1" dirty="0"/>
              <a:t>Program 4. </a:t>
            </a:r>
            <a:r>
              <a:rPr lang="en-US" sz="2400" dirty="0"/>
              <a:t>Write a program to calculate circumference of circle </a:t>
            </a:r>
            <a:r>
              <a:rPr lang="en-US" sz="2400" i="1" dirty="0"/>
              <a:t>Formula. Circumference = 2 × </a:t>
            </a:r>
            <a:r>
              <a:rPr lang="el-GR" sz="2400" i="1" dirty="0"/>
              <a:t>π × </a:t>
            </a:r>
            <a:r>
              <a:rPr lang="en-US" sz="2400" i="1" dirty="0"/>
              <a:t>r </a:t>
            </a:r>
          </a:p>
          <a:p>
            <a:pPr marL="0" indent="0">
              <a:buNone/>
            </a:pPr>
            <a:r>
              <a:rPr lang="en-US" sz="2400" b="1" dirty="0"/>
              <a:t>Program 5. </a:t>
            </a:r>
            <a:r>
              <a:rPr lang="en-US" sz="2400" dirty="0"/>
              <a:t>Write a program to find perimeter of rectangle. </a:t>
            </a:r>
          </a:p>
          <a:p>
            <a:pPr marL="0" indent="0">
              <a:buNone/>
            </a:pPr>
            <a:r>
              <a:rPr lang="en-US" sz="2400" i="1" dirty="0"/>
              <a:t>Formula. Perimeter = 2 × (length + width) </a:t>
            </a:r>
          </a:p>
        </p:txBody>
      </p:sp>
    </p:spTree>
    <p:extLst>
      <p:ext uri="{BB962C8B-B14F-4D97-AF65-F5344CB8AC3E}">
        <p14:creationId xmlns:p14="http://schemas.microsoft.com/office/powerpoint/2010/main" val="233456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532</Words>
  <Application>Microsoft Office PowerPoint</Application>
  <PresentationFormat>Widescreen</PresentationFormat>
  <Paragraphs>105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euclid_circular_a</vt:lpstr>
      <vt:lpstr>Office Theme</vt:lpstr>
      <vt:lpstr>Basics</vt:lpstr>
      <vt:lpstr>Input statement</vt:lpstr>
      <vt:lpstr>Example 1</vt:lpstr>
      <vt:lpstr>Example 2</vt:lpstr>
      <vt:lpstr>Multiple Input in Python </vt:lpstr>
      <vt:lpstr>Print Numbers in Python</vt:lpstr>
      <vt:lpstr>Print Float/Decimal Number in Python</vt:lpstr>
      <vt:lpstr>Find DataType of Input in Python </vt:lpstr>
      <vt:lpstr>Arithmetic Operators</vt:lpstr>
      <vt:lpstr>Floor division  </vt:lpstr>
      <vt:lpstr>Programs based on arithmetic operators </vt:lpstr>
      <vt:lpstr>Addition of 2 numbers</vt:lpstr>
      <vt:lpstr>Programs based on arithmetic operators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</dc:title>
  <dc:creator>Microsoft account</dc:creator>
  <cp:lastModifiedBy>Microsoft account</cp:lastModifiedBy>
  <cp:revision>5</cp:revision>
  <dcterms:created xsi:type="dcterms:W3CDTF">2025-09-10T08:10:35Z</dcterms:created>
  <dcterms:modified xsi:type="dcterms:W3CDTF">2025-09-10T08:58:35Z</dcterms:modified>
</cp:coreProperties>
</file>