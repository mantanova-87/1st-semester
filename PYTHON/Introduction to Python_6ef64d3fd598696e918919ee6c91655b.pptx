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98" r:id="rId1"/>
  </p:sldMasterIdLst>
  <p:notesMasterIdLst>
    <p:notesMasterId r:id="rId52"/>
  </p:notesMasterIdLst>
  <p:sldIdLst>
    <p:sldId id="256" r:id="rId2"/>
    <p:sldId id="295" r:id="rId3"/>
    <p:sldId id="296" r:id="rId4"/>
    <p:sldId id="297" r:id="rId5"/>
    <p:sldId id="298" r:id="rId6"/>
    <p:sldId id="299" r:id="rId7"/>
    <p:sldId id="257" r:id="rId8"/>
    <p:sldId id="258" r:id="rId9"/>
    <p:sldId id="260" r:id="rId10"/>
    <p:sldId id="300" r:id="rId11"/>
    <p:sldId id="285" r:id="rId12"/>
    <p:sldId id="261" r:id="rId13"/>
    <p:sldId id="301" r:id="rId14"/>
    <p:sldId id="282" r:id="rId15"/>
    <p:sldId id="302" r:id="rId16"/>
    <p:sldId id="262" r:id="rId17"/>
    <p:sldId id="294" r:id="rId18"/>
    <p:sldId id="283" r:id="rId19"/>
    <p:sldId id="284" r:id="rId20"/>
    <p:sldId id="303" r:id="rId21"/>
    <p:sldId id="290" r:id="rId22"/>
    <p:sldId id="264" r:id="rId23"/>
    <p:sldId id="265" r:id="rId24"/>
    <p:sldId id="304" r:id="rId25"/>
    <p:sldId id="305" r:id="rId26"/>
    <p:sldId id="307" r:id="rId27"/>
    <p:sldId id="308" r:id="rId28"/>
    <p:sldId id="309" r:id="rId29"/>
    <p:sldId id="310" r:id="rId30"/>
    <p:sldId id="312" r:id="rId31"/>
    <p:sldId id="286" r:id="rId32"/>
    <p:sldId id="288" r:id="rId33"/>
    <p:sldId id="291" r:id="rId34"/>
    <p:sldId id="289" r:id="rId35"/>
    <p:sldId id="306" r:id="rId36"/>
    <p:sldId id="311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  <p:sldId id="275" r:id="rId46"/>
    <p:sldId id="292" r:id="rId47"/>
    <p:sldId id="277" r:id="rId48"/>
    <p:sldId id="278" r:id="rId49"/>
    <p:sldId id="279" r:id="rId50"/>
    <p:sldId id="281" r:id="rId5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4660"/>
  </p:normalViewPr>
  <p:slideViewPr>
    <p:cSldViewPr>
      <p:cViewPr>
        <p:scale>
          <a:sx n="66" d="100"/>
          <a:sy n="66" d="100"/>
        </p:scale>
        <p:origin x="1584" y="42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43DBEA-E788-4B35-ADE6-B183A0D9F5FC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BD1672-C7CF-440C-A843-C55E1EFECA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4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BD1672-C7CF-440C-A843-C55E1EFECAD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1345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anose="02020603050405020304" pitchFamily="18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fld id="{AA71792F-1BDB-4703-878E-49FD9DE74F7A}" type="slidenum">
              <a:rPr lang="en-US" altLang="en-US" sz="1200"/>
              <a:pPr/>
              <a:t>11</a:t>
            </a:fld>
            <a:endParaRPr lang="en-US" altLang="en-US" sz="1200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s-MX" altLang="en-US" smtClean="0"/>
          </a:p>
        </p:txBody>
      </p:sp>
    </p:spTree>
    <p:extLst>
      <p:ext uri="{BB962C8B-B14F-4D97-AF65-F5344CB8AC3E}">
        <p14:creationId xmlns:p14="http://schemas.microsoft.com/office/powerpoint/2010/main" val="2949024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E8231489-158E-4B0E-BE44-B8E54A618D1F}" type="slidenum">
              <a:rPr lang="en-US" altLang="en-US" sz="1200"/>
              <a:pPr eaLnBrk="1" hangingPunct="1"/>
              <a:t>14</a:t>
            </a:fld>
            <a:endParaRPr lang="en-US" altLang="en-US" sz="1200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441376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/>
          </p:cNvSpPr>
          <p:nvPr>
            <p:ph type="sldImg"/>
          </p:nvPr>
        </p:nvSpPr>
        <p:spPr>
          <a:ln/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85029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12201452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914400" y="1752602"/>
            <a:ext cx="103632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914400" y="3611607"/>
            <a:ext cx="103632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5019" y="4953000"/>
            <a:ext cx="12197020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600DB93-F918-4508-8B7A-67F84A5468D3}" type="datetime1">
              <a:rPr lang="en-US" smtClean="0"/>
              <a:t>9/1/2025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41FB9C6C-A4E9-4C20-BBD3-8A4679EEE00C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168" y="1059712"/>
            <a:ext cx="103632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30284" y="2931712"/>
            <a:ext cx="6096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A50588A-A282-40A0-B5E0-5901679EDA22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  <p:sp>
        <p:nvSpPr>
          <p:cNvPr id="7" name="Chevron 6"/>
          <p:cNvSpPr/>
          <p:nvPr/>
        </p:nvSpPr>
        <p:spPr>
          <a:xfrm>
            <a:off x="4848907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4600352" y="3005472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81329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9FD746E6-64B4-4324-A091-F78E26C5E933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109728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5410200"/>
            <a:ext cx="5386917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193369" y="5410200"/>
            <a:ext cx="5389033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609600" y="1444295"/>
            <a:ext cx="5386917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1444295"/>
            <a:ext cx="5389033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94D2582-37E2-494E-B128-3D61A18B4CD9}" type="datetime1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2ACFCA-A94A-4645-8333-951C0B2B8015}" type="datetime1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BECF772B-2AE3-4BAA-B829-D8C0E65E8F07}" type="datetime1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876800"/>
            <a:ext cx="9975701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892800" y="5355102"/>
            <a:ext cx="5299456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219200" y="274320"/>
            <a:ext cx="9973056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969376" y="6407944"/>
            <a:ext cx="2560320" cy="365760"/>
          </a:xfrm>
        </p:spPr>
        <p:txBody>
          <a:bodyPr/>
          <a:lstStyle>
            <a:extLst/>
          </a:lstStyle>
          <a:p>
            <a:fld id="{DF4E5A6E-2076-4DD9-B32A-38664FC1DD88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21643" y="5443402"/>
            <a:ext cx="95504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4800" y="189968"/>
            <a:ext cx="115824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F0622DDE-DB41-4220-95EE-7CE14C652BAF}" type="datetime1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40097" y="6407945"/>
            <a:ext cx="313424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4865122"/>
            <a:ext cx="10767243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11552149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11303595" y="4988440"/>
            <a:ext cx="24384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81330"/>
            <a:ext cx="109728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6344B66F-568A-4D47-8484-A3218EA24948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5351" y="274641"/>
            <a:ext cx="236996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4328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53D1DA8-38D5-49FD-B2C5-2A416E8F9F5D}" type="datetime1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665697" y="5944936"/>
            <a:ext cx="6587499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647623" y="5939011"/>
            <a:ext cx="492060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8056" y="5791253"/>
            <a:ext cx="4536419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12316" y="5787739"/>
            <a:ext cx="454067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609600" y="1481329"/>
            <a:ext cx="109728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8969376" y="6407944"/>
            <a:ext cx="256032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ED93AD4F-4763-46EC-9DA9-B2A845F100F2}" type="datetime1">
              <a:rPr lang="en-US" smtClean="0"/>
              <a:t>9/1/2025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5840097" y="6407945"/>
            <a:ext cx="313424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11529696" y="6407945"/>
            <a:ext cx="48768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‹#›</a:t>
            </a:fld>
            <a:endParaRPr lang="en-US" spc="-3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hf hd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" TargetMode="External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atom.io/" TargetMode="External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18889"/>
          <a:stretch/>
        </p:blipFill>
        <p:spPr>
          <a:xfrm>
            <a:off x="0" y="54"/>
            <a:ext cx="12192000" cy="556254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4486" y="3256613"/>
            <a:ext cx="6463031" cy="83227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30"/>
              </a:spcBef>
            </a:pPr>
            <a:r>
              <a:rPr spc="10" dirty="0"/>
              <a:t>Introduction to</a:t>
            </a:r>
            <a:r>
              <a:rPr spc="-30" dirty="0"/>
              <a:t> </a:t>
            </a:r>
            <a:r>
              <a:rPr spc="5" dirty="0"/>
              <a:t>Python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1</a:t>
            </a:fld>
            <a:endParaRPr lang="en-US" spc="-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2</a:t>
            </a:fld>
            <a:endParaRPr lang="en-US" spc="-3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1371600"/>
            <a:ext cx="7576382" cy="3238609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339956" y="351285"/>
            <a:ext cx="313626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marL="12700">
              <a:spcBef>
                <a:spcPts val="100"/>
              </a:spcBef>
            </a:pPr>
            <a:r>
              <a:rPr lang="en-US" sz="4400" b="0" spc="-165" dirty="0" smtClean="0">
                <a:solidFill>
                  <a:srgbClr val="0A5293"/>
                </a:solidFill>
                <a:latin typeface="Trebuchet MS"/>
                <a:cs typeface="Trebuchet MS"/>
              </a:rPr>
              <a:t>Course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765394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3</a:t>
            </a:fld>
            <a:endParaRPr lang="en-US" spc="-3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914400"/>
            <a:ext cx="7752295" cy="442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4</a:t>
            </a:fld>
            <a:endParaRPr lang="en-US" spc="-3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600200"/>
            <a:ext cx="7841661" cy="3417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731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5</a:t>
            </a:fld>
            <a:endParaRPr lang="en-US" spc="-3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066800"/>
            <a:ext cx="7476783" cy="438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12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6</a:t>
            </a:fld>
            <a:endParaRPr lang="en-US" spc="-30" dirty="0"/>
          </a:p>
        </p:txBody>
      </p:sp>
      <p:sp>
        <p:nvSpPr>
          <p:cNvPr id="5" name="Rectangle 4"/>
          <p:cNvSpPr/>
          <p:nvPr/>
        </p:nvSpPr>
        <p:spPr>
          <a:xfrm>
            <a:off x="2068197" y="1752600"/>
            <a:ext cx="7543800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0000"/>
                </a:solidFill>
                <a:latin typeface="AAAAAC+EuphemiaUCAS-Bold"/>
              </a:rPr>
              <a:t>What is key takeaway for Python Learners??? </a:t>
            </a:r>
            <a:endParaRPr lang="en-US" sz="2400" b="1" dirty="0" smtClean="0">
              <a:solidFill>
                <a:srgbClr val="000000"/>
              </a:solidFill>
              <a:latin typeface="AAAAAC+EuphemiaUCAS-Bold"/>
            </a:endParaRPr>
          </a:p>
          <a:p>
            <a:pPr algn="ctr"/>
            <a:endParaRPr lang="en-US" b="1" dirty="0">
              <a:solidFill>
                <a:srgbClr val="000000"/>
              </a:solidFill>
              <a:latin typeface="AAAAAC+EuphemiaUCAS-Bold"/>
            </a:endParaRPr>
          </a:p>
          <a:p>
            <a:pPr algn="ctr"/>
            <a:endParaRPr lang="en-US" dirty="0" smtClean="0">
              <a:solidFill>
                <a:srgbClr val="000000"/>
              </a:solidFill>
              <a:latin typeface="AAAAAF+TimesNewRomanPSMT"/>
            </a:endParaRPr>
          </a:p>
          <a:p>
            <a:pPr algn="ctr"/>
            <a:endParaRPr lang="en-US" dirty="0">
              <a:solidFill>
                <a:srgbClr val="000000"/>
              </a:solidFill>
              <a:latin typeface="AAAAAF+TimesNewRomanPSMT"/>
            </a:endParaRPr>
          </a:p>
          <a:p>
            <a:pPr algn="ctr"/>
            <a:r>
              <a:rPr lang="en-US" dirty="0" smtClean="0">
                <a:solidFill>
                  <a:srgbClr val="000000"/>
                </a:solidFill>
                <a:latin typeface="AAAAAF+TimesNewRomanPSMT"/>
              </a:rPr>
              <a:t>Bugs </a:t>
            </a:r>
            <a:r>
              <a:rPr lang="en-US" dirty="0">
                <a:solidFill>
                  <a:srgbClr val="000000"/>
                </a:solidFill>
                <a:latin typeface="AAAAAF+TimesNewRomanPSMT"/>
              </a:rPr>
              <a:t>are part of journey. Your confidence might fluctuate, but every challenge strengthens your problem solving skills.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0995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0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7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6" y="351285"/>
            <a:ext cx="313626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65" dirty="0">
                <a:solidFill>
                  <a:srgbClr val="0A5293"/>
                </a:solidFill>
                <a:latin typeface="Trebuchet MS"/>
                <a:cs typeface="Trebuchet MS"/>
              </a:rPr>
              <a:t>In</a:t>
            </a:r>
            <a:r>
              <a:rPr sz="4400" b="0" spc="-10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20" dirty="0">
                <a:solidFill>
                  <a:srgbClr val="0A5293"/>
                </a:solidFill>
                <a:latin typeface="Trebuchet MS"/>
                <a:cs typeface="Trebuchet MS"/>
              </a:rPr>
              <a:t>thi</a:t>
            </a:r>
            <a:r>
              <a:rPr sz="4400" b="0" spc="-215" dirty="0">
                <a:solidFill>
                  <a:srgbClr val="0A5293"/>
                </a:solidFill>
                <a:latin typeface="Trebuchet MS"/>
                <a:cs typeface="Trebuchet MS"/>
              </a:rPr>
              <a:t>s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35" dirty="0">
                <a:solidFill>
                  <a:srgbClr val="0A5293"/>
                </a:solidFill>
                <a:latin typeface="Trebuchet MS"/>
                <a:cs typeface="Trebuchet MS"/>
              </a:rPr>
              <a:t>lectu</a:t>
            </a:r>
            <a:r>
              <a:rPr sz="4400" b="0" spc="-280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400" b="0" spc="-295" dirty="0">
                <a:solidFill>
                  <a:srgbClr val="0A5293"/>
                </a:solidFill>
                <a:latin typeface="Trebuchet MS"/>
                <a:cs typeface="Trebuchet MS"/>
              </a:rPr>
              <a:t>e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1" y="1475953"/>
            <a:ext cx="5483859" cy="229293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1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lang="en-US" sz="3200" spc="20" dirty="0" smtClean="0">
                <a:latin typeface="Trebuchet MS"/>
                <a:cs typeface="Trebuchet MS"/>
              </a:rPr>
              <a:t>Introduction to Python</a:t>
            </a:r>
          </a:p>
          <a:p>
            <a:pPr marL="241300" indent="-229235">
              <a:lnSpc>
                <a:spcPct val="100000"/>
              </a:lnSpc>
              <a:spcBef>
                <a:spcPts val="61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20" dirty="0" smtClean="0">
                <a:latin typeface="Trebuchet MS"/>
                <a:cs typeface="Trebuchet MS"/>
              </a:rPr>
              <a:t>H</a:t>
            </a:r>
            <a:r>
              <a:rPr sz="3200" spc="10" dirty="0" smtClean="0">
                <a:latin typeface="Trebuchet MS"/>
                <a:cs typeface="Trebuchet MS"/>
              </a:rPr>
              <a:t>i</a:t>
            </a:r>
            <a:r>
              <a:rPr sz="3200" spc="-50" dirty="0" smtClean="0">
                <a:latin typeface="Trebuchet MS"/>
                <a:cs typeface="Trebuchet MS"/>
              </a:rPr>
              <a:t>sto</a:t>
            </a:r>
            <a:r>
              <a:rPr sz="3200" spc="50" dirty="0" smtClean="0">
                <a:latin typeface="Trebuchet MS"/>
                <a:cs typeface="Trebuchet MS"/>
              </a:rPr>
              <a:t>r</a:t>
            </a:r>
            <a:r>
              <a:rPr sz="3200" spc="-175" dirty="0" smtClean="0">
                <a:latin typeface="Trebuchet MS"/>
                <a:cs typeface="Trebuchet MS"/>
              </a:rPr>
              <a:t>y</a:t>
            </a:r>
            <a:r>
              <a:rPr sz="3200" spc="-114" dirty="0" smtClean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of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30" dirty="0" smtClean="0">
                <a:latin typeface="Trebuchet MS"/>
                <a:cs typeface="Trebuchet MS"/>
              </a:rPr>
              <a:t>Python</a:t>
            </a:r>
            <a:endParaRPr lang="en-US" sz="3200" spc="-130" dirty="0" smtClean="0">
              <a:latin typeface="Trebuchet MS"/>
              <a:cs typeface="Trebuchet MS"/>
            </a:endParaRPr>
          </a:p>
          <a:p>
            <a:pPr marL="241300" indent="-229235">
              <a:lnSpc>
                <a:spcPct val="100000"/>
              </a:lnSpc>
              <a:spcBef>
                <a:spcPts val="61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lang="en-US" sz="3200" spc="-130" dirty="0" smtClean="0">
                <a:latin typeface="Trebuchet MS"/>
                <a:cs typeface="Trebuchet MS"/>
              </a:rPr>
              <a:t>Features of Python</a:t>
            </a:r>
            <a:endParaRPr sz="3200" dirty="0">
              <a:latin typeface="Trebuchet MS"/>
              <a:cs typeface="Trebuchet MS"/>
            </a:endParaRPr>
          </a:p>
          <a:p>
            <a:pPr marL="241300" indent="-229235">
              <a:lnSpc>
                <a:spcPct val="100000"/>
              </a:lnSpc>
              <a:spcBef>
                <a:spcPts val="610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-130" dirty="0">
                <a:latin typeface="Trebuchet MS"/>
                <a:cs typeface="Trebuchet MS"/>
              </a:rPr>
              <a:t>Python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40" dirty="0">
                <a:latin typeface="Trebuchet MS"/>
                <a:cs typeface="Trebuchet MS"/>
              </a:rPr>
              <a:t>IDEs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0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8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5" y="351285"/>
            <a:ext cx="285432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70" dirty="0">
                <a:solidFill>
                  <a:srgbClr val="0A5293"/>
                </a:solidFill>
                <a:latin typeface="Trebuchet MS"/>
                <a:cs typeface="Trebuchet MS"/>
              </a:rPr>
              <a:t>Introduction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8" y="1558799"/>
            <a:ext cx="10284462" cy="3183564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241300" marR="6985" indent="-229235">
              <a:lnSpc>
                <a:spcPts val="3240"/>
              </a:lnSpc>
              <a:spcBef>
                <a:spcPts val="505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  <a:tab pos="969644" algn="l"/>
                <a:tab pos="1661795" algn="l"/>
                <a:tab pos="2120265" algn="l"/>
                <a:tab pos="2466340" algn="l"/>
                <a:tab pos="3554729" algn="l"/>
                <a:tab pos="4545330" algn="l"/>
                <a:tab pos="6171565" algn="l"/>
              </a:tabLst>
            </a:pPr>
            <a:r>
              <a:rPr sz="2800" spc="-45" dirty="0">
                <a:latin typeface="Trebuchet MS"/>
                <a:cs typeface="Trebuchet MS"/>
              </a:rPr>
              <a:t>W</a:t>
            </a:r>
            <a:r>
              <a:rPr sz="2800" spc="140" dirty="0">
                <a:latin typeface="Trebuchet MS"/>
                <a:cs typeface="Trebuchet MS"/>
              </a:rPr>
              <a:t>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65" dirty="0">
                <a:latin typeface="Trebuchet MS"/>
                <a:cs typeface="Trebuchet MS"/>
              </a:rPr>
              <a:t>li</a:t>
            </a:r>
            <a:r>
              <a:rPr sz="2800" spc="-335" dirty="0">
                <a:latin typeface="Trebuchet MS"/>
                <a:cs typeface="Trebuchet MS"/>
              </a:rPr>
              <a:t>v</a:t>
            </a:r>
            <a:r>
              <a:rPr sz="2800" spc="-200" dirty="0">
                <a:latin typeface="Trebuchet MS"/>
                <a:cs typeface="Trebuchet MS"/>
              </a:rPr>
              <a:t>e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10" dirty="0">
                <a:latin typeface="Trebuchet MS"/>
                <a:cs typeface="Trebuchet MS"/>
              </a:rPr>
              <a:t>i</a:t>
            </a:r>
            <a:r>
              <a:rPr sz="2800" spc="-225" dirty="0">
                <a:latin typeface="Trebuchet MS"/>
                <a:cs typeface="Trebuchet MS"/>
              </a:rPr>
              <a:t>n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300" dirty="0">
                <a:latin typeface="Trebuchet MS"/>
                <a:cs typeface="Trebuchet MS"/>
              </a:rPr>
              <a:t>a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35" dirty="0">
                <a:latin typeface="Trebuchet MS"/>
                <a:cs typeface="Trebuchet MS"/>
              </a:rPr>
              <a:t>w</a:t>
            </a:r>
            <a:r>
              <a:rPr sz="2800" spc="-80" dirty="0">
                <a:latin typeface="Trebuchet MS"/>
                <a:cs typeface="Trebuchet MS"/>
              </a:rPr>
              <a:t>orld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204" dirty="0">
                <a:latin typeface="Trebuchet MS"/>
                <a:cs typeface="Trebuchet MS"/>
              </a:rPr>
              <a:t>that</a:t>
            </a:r>
            <a:r>
              <a:rPr sz="2800" spc="-685" dirty="0">
                <a:latin typeface="Trebuchet MS"/>
                <a:cs typeface="Trebuchet MS"/>
              </a:rPr>
              <a:t>’</a:t>
            </a:r>
            <a:r>
              <a:rPr sz="2800" spc="-65" dirty="0">
                <a:latin typeface="Trebuchet MS"/>
                <a:cs typeface="Trebuchet MS"/>
              </a:rPr>
              <a:t>s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75" dirty="0">
                <a:latin typeface="Trebuchet MS"/>
                <a:cs typeface="Trebuchet MS"/>
              </a:rPr>
              <a:t>d</a:t>
            </a:r>
            <a:r>
              <a:rPr sz="2800" spc="-125" dirty="0">
                <a:latin typeface="Trebuchet MS"/>
                <a:cs typeface="Trebuchet MS"/>
              </a:rPr>
              <a:t>r</a:t>
            </a:r>
            <a:r>
              <a:rPr sz="2800" spc="20" dirty="0">
                <a:latin typeface="Trebuchet MS"/>
                <a:cs typeface="Trebuchet MS"/>
              </a:rPr>
              <a:t>o</a:t>
            </a:r>
            <a:r>
              <a:rPr sz="2800" spc="-175" dirty="0">
                <a:latin typeface="Trebuchet MS"/>
                <a:cs typeface="Trebuchet MS"/>
              </a:rPr>
              <a:t>wn</a:t>
            </a:r>
            <a:r>
              <a:rPr sz="2800" spc="-70" dirty="0">
                <a:latin typeface="Trebuchet MS"/>
                <a:cs typeface="Trebuchet MS"/>
              </a:rPr>
              <a:t>i</a:t>
            </a:r>
            <a:r>
              <a:rPr sz="2800" spc="-185" dirty="0">
                <a:latin typeface="Trebuchet MS"/>
                <a:cs typeface="Trebuchet MS"/>
              </a:rPr>
              <a:t>ng</a:t>
            </a:r>
            <a:r>
              <a:rPr sz="2800" dirty="0">
                <a:latin typeface="Trebuchet MS"/>
                <a:cs typeface="Trebuchet MS"/>
              </a:rPr>
              <a:t>	</a:t>
            </a:r>
            <a:r>
              <a:rPr sz="2800" spc="-150" dirty="0">
                <a:latin typeface="Trebuchet MS"/>
                <a:cs typeface="Trebuchet MS"/>
              </a:rPr>
              <a:t>in  </a:t>
            </a:r>
            <a:r>
              <a:rPr sz="2800" spc="-235" dirty="0" smtClean="0">
                <a:latin typeface="Trebuchet MS"/>
                <a:cs typeface="Trebuchet MS"/>
              </a:rPr>
              <a:t>data</a:t>
            </a:r>
            <a:endParaRPr lang="en-US" sz="2800" spc="-235" dirty="0" smtClean="0">
              <a:latin typeface="Trebuchet MS"/>
              <a:cs typeface="Trebuchet MS"/>
            </a:endParaRPr>
          </a:p>
          <a:p>
            <a:pPr marL="241300" marR="6985" indent="-229235">
              <a:lnSpc>
                <a:spcPts val="3240"/>
              </a:lnSpc>
              <a:spcBef>
                <a:spcPts val="505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  <a:tab pos="969644" algn="l"/>
                <a:tab pos="1661795" algn="l"/>
                <a:tab pos="2120265" algn="l"/>
                <a:tab pos="2466340" algn="l"/>
                <a:tab pos="3554729" algn="l"/>
                <a:tab pos="4545330" algn="l"/>
                <a:tab pos="6171565" algn="l"/>
              </a:tabLst>
            </a:pPr>
            <a:endParaRPr sz="2800" dirty="0">
              <a:latin typeface="Trebuchet MS"/>
              <a:cs typeface="Trebuchet MS"/>
            </a:endParaRPr>
          </a:p>
          <a:p>
            <a:pPr marL="241300" indent="-229235">
              <a:lnSpc>
                <a:spcPct val="100000"/>
              </a:lnSpc>
              <a:spcBef>
                <a:spcPts val="605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r>
              <a:rPr sz="2800" spc="-95" dirty="0">
                <a:latin typeface="Trebuchet MS"/>
                <a:cs typeface="Trebuchet MS"/>
              </a:rPr>
              <a:t>Data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is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90" dirty="0">
                <a:latin typeface="Trebuchet MS"/>
                <a:cs typeface="Trebuchet MS"/>
              </a:rPr>
              <a:t>gene</a:t>
            </a:r>
            <a:r>
              <a:rPr sz="2800" spc="-165" dirty="0">
                <a:latin typeface="Trebuchet MS"/>
                <a:cs typeface="Trebuchet MS"/>
              </a:rPr>
              <a:t>rated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165" dirty="0">
                <a:latin typeface="Trebuchet MS"/>
                <a:cs typeface="Trebuchet MS"/>
              </a:rPr>
              <a:t>f</a:t>
            </a:r>
            <a:r>
              <a:rPr sz="2800" spc="-245" dirty="0">
                <a:latin typeface="Trebuchet MS"/>
                <a:cs typeface="Trebuchet MS"/>
              </a:rPr>
              <a:t>r</a:t>
            </a:r>
            <a:r>
              <a:rPr sz="2800" spc="-70" dirty="0">
                <a:latin typeface="Trebuchet MS"/>
                <a:cs typeface="Trebuchet MS"/>
              </a:rPr>
              <a:t>om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various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35" dirty="0">
                <a:latin typeface="Trebuchet MS"/>
                <a:cs typeface="Trebuchet MS"/>
              </a:rPr>
              <a:t>sou</a:t>
            </a:r>
            <a:r>
              <a:rPr sz="2800" spc="-105" dirty="0">
                <a:latin typeface="Trebuchet MS"/>
                <a:cs typeface="Trebuchet MS"/>
              </a:rPr>
              <a:t>r</a:t>
            </a:r>
            <a:r>
              <a:rPr sz="2800" spc="-145" dirty="0">
                <a:latin typeface="Trebuchet MS"/>
                <a:cs typeface="Trebuchet MS"/>
              </a:rPr>
              <a:t>ces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95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400" spc="265" dirty="0">
                <a:latin typeface="Trebuchet MS"/>
                <a:cs typeface="Trebuchet MS"/>
              </a:rPr>
              <a:t>W</a:t>
            </a:r>
            <a:r>
              <a:rPr sz="2400" spc="-135" dirty="0">
                <a:latin typeface="Trebuchet MS"/>
                <a:cs typeface="Trebuchet MS"/>
              </a:rPr>
              <a:t>ebsites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track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15" dirty="0">
                <a:latin typeface="Trebuchet MS"/>
                <a:cs typeface="Trebuchet MS"/>
              </a:rPr>
              <a:t>e</a:t>
            </a:r>
            <a:r>
              <a:rPr sz="2400" spc="-185" dirty="0">
                <a:latin typeface="Trebuchet MS"/>
                <a:cs typeface="Trebuchet MS"/>
              </a:rPr>
              <a:t>v</a:t>
            </a:r>
            <a:r>
              <a:rPr sz="2400" spc="-90" dirty="0">
                <a:latin typeface="Trebuchet MS"/>
                <a:cs typeface="Trebuchet MS"/>
              </a:rPr>
              <a:t>e</a:t>
            </a:r>
            <a:r>
              <a:rPr sz="2400" spc="5" dirty="0">
                <a:latin typeface="Trebuchet MS"/>
                <a:cs typeface="Trebuchet MS"/>
              </a:rPr>
              <a:t>r</a:t>
            </a:r>
            <a:r>
              <a:rPr sz="2400" spc="-145" dirty="0">
                <a:latin typeface="Trebuchet MS"/>
                <a:cs typeface="Trebuchet MS"/>
              </a:rPr>
              <a:t>y</a:t>
            </a:r>
            <a:r>
              <a:rPr sz="2400" spc="-75" dirty="0">
                <a:latin typeface="Trebuchet MS"/>
                <a:cs typeface="Trebuchet MS"/>
              </a:rPr>
              <a:t> </a:t>
            </a:r>
            <a:r>
              <a:rPr sz="2400" spc="-80" dirty="0">
                <a:latin typeface="Trebuchet MS"/>
                <a:cs typeface="Trebuchet MS"/>
              </a:rPr>
              <a:t>user</a:t>
            </a:r>
            <a:r>
              <a:rPr sz="2400" spc="-585" dirty="0">
                <a:latin typeface="Trebuchet MS"/>
                <a:cs typeface="Trebuchet MS"/>
              </a:rPr>
              <a:t>’</a:t>
            </a:r>
            <a:r>
              <a:rPr sz="2400" spc="-55" dirty="0">
                <a:latin typeface="Trebuchet MS"/>
                <a:cs typeface="Trebuchet MS"/>
              </a:rPr>
              <a:t>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215" dirty="0">
                <a:latin typeface="Trebuchet MS"/>
                <a:cs typeface="Trebuchet MS"/>
              </a:rPr>
              <a:t>e</a:t>
            </a:r>
            <a:r>
              <a:rPr sz="2400" spc="-185" dirty="0">
                <a:latin typeface="Trebuchet MS"/>
                <a:cs typeface="Trebuchet MS"/>
              </a:rPr>
              <a:t>v</a:t>
            </a:r>
            <a:r>
              <a:rPr sz="2400" spc="-90" dirty="0">
                <a:latin typeface="Trebuchet MS"/>
                <a:cs typeface="Trebuchet MS"/>
              </a:rPr>
              <a:t>e</a:t>
            </a:r>
            <a:r>
              <a:rPr sz="2400" spc="5" dirty="0">
                <a:latin typeface="Trebuchet MS"/>
                <a:cs typeface="Trebuchet MS"/>
              </a:rPr>
              <a:t>r</a:t>
            </a:r>
            <a:r>
              <a:rPr sz="2400" spc="-145" dirty="0">
                <a:latin typeface="Trebuchet MS"/>
                <a:cs typeface="Trebuchet MS"/>
              </a:rPr>
              <a:t>y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90" dirty="0">
                <a:latin typeface="Trebuchet MS"/>
                <a:cs typeface="Trebuchet MS"/>
              </a:rPr>
              <a:t>cl</a:t>
            </a:r>
            <a:r>
              <a:rPr sz="2400" spc="-135" dirty="0">
                <a:latin typeface="Trebuchet MS"/>
                <a:cs typeface="Trebuchet MS"/>
              </a:rPr>
              <a:t>i</a:t>
            </a:r>
            <a:r>
              <a:rPr sz="2400" spc="-110" dirty="0">
                <a:latin typeface="Trebuchet MS"/>
                <a:cs typeface="Trebuchet MS"/>
              </a:rPr>
              <a:t>ck</a:t>
            </a:r>
            <a:endParaRPr sz="2400" dirty="0">
              <a:latin typeface="Trebuchet MS"/>
              <a:cs typeface="Trebuchet MS"/>
            </a:endParaRPr>
          </a:p>
          <a:p>
            <a:pPr marL="698500" marR="6350" lvl="1" indent="-228600">
              <a:lnSpc>
                <a:spcPts val="2810"/>
              </a:lnSpc>
              <a:spcBef>
                <a:spcPts val="545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400" spc="-275" dirty="0">
                <a:latin typeface="Trebuchet MS"/>
                <a:cs typeface="Trebuchet MS"/>
              </a:rPr>
              <a:t>Y</a:t>
            </a:r>
            <a:r>
              <a:rPr sz="2400" spc="-20" dirty="0">
                <a:latin typeface="Trebuchet MS"/>
                <a:cs typeface="Trebuchet MS"/>
              </a:rPr>
              <a:t>our</a:t>
            </a:r>
            <a:r>
              <a:rPr sz="2400" spc="-70" dirty="0">
                <a:latin typeface="Trebuchet MS"/>
                <a:cs typeface="Trebuchet MS"/>
              </a:rPr>
              <a:t> s</a:t>
            </a:r>
            <a:r>
              <a:rPr sz="2400" spc="-150" dirty="0">
                <a:latin typeface="Trebuchet MS"/>
                <a:cs typeface="Trebuchet MS"/>
              </a:rPr>
              <a:t>m</a:t>
            </a:r>
            <a:r>
              <a:rPr sz="2400" spc="-135" dirty="0">
                <a:latin typeface="Trebuchet MS"/>
                <a:cs typeface="Trebuchet MS"/>
              </a:rPr>
              <a:t>a</a:t>
            </a:r>
            <a:r>
              <a:rPr sz="2400" spc="-50" dirty="0">
                <a:latin typeface="Trebuchet MS"/>
                <a:cs typeface="Trebuchet MS"/>
              </a:rPr>
              <a:t>r</a:t>
            </a:r>
            <a:r>
              <a:rPr sz="2400" spc="-185" dirty="0">
                <a:latin typeface="Trebuchet MS"/>
                <a:cs typeface="Trebuchet MS"/>
              </a:rPr>
              <a:t>t</a:t>
            </a:r>
            <a:r>
              <a:rPr sz="2400" spc="-90" dirty="0">
                <a:latin typeface="Trebuchet MS"/>
                <a:cs typeface="Trebuchet MS"/>
              </a:rPr>
              <a:t>pho</a:t>
            </a:r>
            <a:r>
              <a:rPr sz="2400" spc="-85" dirty="0">
                <a:latin typeface="Trebuchet MS"/>
                <a:cs typeface="Trebuchet MS"/>
              </a:rPr>
              <a:t>n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90" dirty="0">
                <a:latin typeface="Trebuchet MS"/>
                <a:cs typeface="Trebuchet MS"/>
              </a:rPr>
              <a:t>i</a:t>
            </a:r>
            <a:r>
              <a:rPr sz="2400" spc="-130" dirty="0">
                <a:latin typeface="Trebuchet MS"/>
                <a:cs typeface="Trebuchet MS"/>
              </a:rPr>
              <a:t>s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bui</a:t>
            </a:r>
            <a:r>
              <a:rPr sz="2400" spc="-110" dirty="0">
                <a:latin typeface="Trebuchet MS"/>
                <a:cs typeface="Trebuchet MS"/>
              </a:rPr>
              <a:t>l</a:t>
            </a:r>
            <a:r>
              <a:rPr sz="2400" spc="-155" dirty="0">
                <a:latin typeface="Trebuchet MS"/>
                <a:cs typeface="Trebuchet MS"/>
              </a:rPr>
              <a:t>ding</a:t>
            </a:r>
            <a:r>
              <a:rPr sz="2400" spc="-55" dirty="0">
                <a:latin typeface="Trebuchet MS"/>
                <a:cs typeface="Trebuchet MS"/>
              </a:rPr>
              <a:t> </a:t>
            </a:r>
            <a:r>
              <a:rPr sz="2400" spc="-130" dirty="0">
                <a:latin typeface="Trebuchet MS"/>
                <a:cs typeface="Trebuchet MS"/>
              </a:rPr>
              <a:t>u</a:t>
            </a:r>
            <a:r>
              <a:rPr sz="2400" spc="-135" dirty="0">
                <a:latin typeface="Trebuchet MS"/>
                <a:cs typeface="Trebuchet MS"/>
              </a:rPr>
              <a:t>p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254" dirty="0">
                <a:latin typeface="Trebuchet MS"/>
                <a:cs typeface="Trebuchet MS"/>
              </a:rPr>
              <a:t>a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30" dirty="0">
                <a:latin typeface="Trebuchet MS"/>
                <a:cs typeface="Trebuchet MS"/>
              </a:rPr>
              <a:t>r</a:t>
            </a:r>
            <a:r>
              <a:rPr sz="2400" spc="-95" dirty="0">
                <a:latin typeface="Trebuchet MS"/>
                <a:cs typeface="Trebuchet MS"/>
              </a:rPr>
              <a:t>ec</a:t>
            </a:r>
            <a:r>
              <a:rPr sz="2400" spc="-110" dirty="0">
                <a:latin typeface="Trebuchet MS"/>
                <a:cs typeface="Trebuchet MS"/>
              </a:rPr>
              <a:t>o</a:t>
            </a:r>
            <a:r>
              <a:rPr sz="2400" spc="-30" dirty="0">
                <a:latin typeface="Trebuchet MS"/>
                <a:cs typeface="Trebuchet MS"/>
              </a:rPr>
              <a:t>r</a:t>
            </a:r>
            <a:r>
              <a:rPr sz="2400" spc="-125" dirty="0">
                <a:latin typeface="Trebuchet MS"/>
                <a:cs typeface="Trebuchet MS"/>
              </a:rPr>
              <a:t>d</a:t>
            </a:r>
            <a:r>
              <a:rPr sz="2400" spc="-60" dirty="0">
                <a:latin typeface="Trebuchet MS"/>
                <a:cs typeface="Trebuchet MS"/>
              </a:rPr>
              <a:t> </a:t>
            </a:r>
            <a:r>
              <a:rPr sz="2400" spc="-114" dirty="0">
                <a:latin typeface="Trebuchet MS"/>
                <a:cs typeface="Trebuchet MS"/>
              </a:rPr>
              <a:t>of  </a:t>
            </a:r>
            <a:r>
              <a:rPr sz="2400" spc="-65" dirty="0">
                <a:latin typeface="Trebuchet MS"/>
                <a:cs typeface="Trebuchet MS"/>
              </a:rPr>
              <a:t>your</a:t>
            </a:r>
            <a:r>
              <a:rPr sz="2400" spc="-90" dirty="0">
                <a:latin typeface="Trebuchet MS"/>
                <a:cs typeface="Trebuchet MS"/>
              </a:rPr>
              <a:t> </a:t>
            </a:r>
            <a:r>
              <a:rPr sz="2400" spc="-125" dirty="0">
                <a:latin typeface="Trebuchet MS"/>
                <a:cs typeface="Trebuchet MS"/>
              </a:rPr>
              <a:t>location</a:t>
            </a:r>
            <a:endParaRPr sz="2400" dirty="0">
              <a:latin typeface="Trebuchet MS"/>
              <a:cs typeface="Trebuchet MS"/>
            </a:endParaRPr>
          </a:p>
          <a:p>
            <a:pPr marL="698500" marR="5080" lvl="1" indent="-228600">
              <a:lnSpc>
                <a:spcPts val="2810"/>
              </a:lnSpc>
              <a:spcBef>
                <a:spcPts val="50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  <a:tab pos="1955800" algn="l"/>
                <a:tab pos="2812415" algn="l"/>
                <a:tab pos="4361180" algn="l"/>
                <a:tab pos="5543550" algn="l"/>
              </a:tabLst>
            </a:pPr>
            <a:r>
              <a:rPr sz="2400" spc="-60" dirty="0">
                <a:latin typeface="Trebuchet MS"/>
                <a:cs typeface="Trebuchet MS"/>
              </a:rPr>
              <a:t>Sensors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45" dirty="0">
                <a:latin typeface="Trebuchet MS"/>
                <a:cs typeface="Trebuchet MS"/>
              </a:rPr>
              <a:t>f</a:t>
            </a:r>
            <a:r>
              <a:rPr sz="2400" spc="-225" dirty="0">
                <a:latin typeface="Trebuchet MS"/>
                <a:cs typeface="Trebuchet MS"/>
              </a:rPr>
              <a:t>r</a:t>
            </a:r>
            <a:r>
              <a:rPr sz="2400" spc="-55" dirty="0">
                <a:latin typeface="Trebuchet MS"/>
                <a:cs typeface="Trebuchet MS"/>
              </a:rPr>
              <a:t>om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45" dirty="0">
                <a:latin typeface="Trebuchet MS"/>
                <a:cs typeface="Trebuchet MS"/>
              </a:rPr>
              <a:t>elect</a:t>
            </a:r>
            <a:r>
              <a:rPr sz="2400" spc="-195" dirty="0">
                <a:latin typeface="Trebuchet MS"/>
                <a:cs typeface="Trebuchet MS"/>
              </a:rPr>
              <a:t>r</a:t>
            </a:r>
            <a:r>
              <a:rPr sz="2400" spc="-40" dirty="0">
                <a:latin typeface="Trebuchet MS"/>
                <a:cs typeface="Trebuchet MS"/>
              </a:rPr>
              <a:t>o</a:t>
            </a:r>
            <a:r>
              <a:rPr sz="2400" spc="-35" dirty="0">
                <a:latin typeface="Trebuchet MS"/>
                <a:cs typeface="Trebuchet MS"/>
              </a:rPr>
              <a:t>n</a:t>
            </a:r>
            <a:r>
              <a:rPr sz="2400" spc="-125" dirty="0">
                <a:latin typeface="Trebuchet MS"/>
                <a:cs typeface="Trebuchet MS"/>
              </a:rPr>
              <a:t>i</a:t>
            </a:r>
            <a:r>
              <a:rPr sz="2400" spc="-204" dirty="0">
                <a:latin typeface="Trebuchet MS"/>
                <a:cs typeface="Trebuchet MS"/>
              </a:rPr>
              <a:t>c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35" dirty="0">
                <a:latin typeface="Trebuchet MS"/>
                <a:cs typeface="Trebuchet MS"/>
              </a:rPr>
              <a:t>d</a:t>
            </a:r>
            <a:r>
              <a:rPr sz="2400" spc="-215" dirty="0">
                <a:latin typeface="Trebuchet MS"/>
                <a:cs typeface="Trebuchet MS"/>
              </a:rPr>
              <a:t>e</a:t>
            </a:r>
            <a:r>
              <a:rPr sz="2400" spc="-135" dirty="0">
                <a:latin typeface="Trebuchet MS"/>
                <a:cs typeface="Trebuchet MS"/>
              </a:rPr>
              <a:t>vices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30" dirty="0">
                <a:latin typeface="Trebuchet MS"/>
                <a:cs typeface="Trebuchet MS"/>
              </a:rPr>
              <a:t>r</a:t>
            </a:r>
            <a:r>
              <a:rPr sz="2400" spc="-70" dirty="0">
                <a:latin typeface="Trebuchet MS"/>
                <a:cs typeface="Trebuchet MS"/>
              </a:rPr>
              <a:t>eco</a:t>
            </a:r>
            <a:r>
              <a:rPr sz="2400" spc="-100" dirty="0">
                <a:latin typeface="Trebuchet MS"/>
                <a:cs typeface="Trebuchet MS"/>
              </a:rPr>
              <a:t>r</a:t>
            </a:r>
            <a:r>
              <a:rPr sz="2400" spc="-85" dirty="0">
                <a:latin typeface="Trebuchet MS"/>
                <a:cs typeface="Trebuchet MS"/>
              </a:rPr>
              <a:t>d  </a:t>
            </a:r>
            <a:r>
              <a:rPr sz="2400" spc="-30" dirty="0">
                <a:latin typeface="Trebuchet MS"/>
                <a:cs typeface="Trebuchet MS"/>
              </a:rPr>
              <a:t>r</a:t>
            </a:r>
            <a:r>
              <a:rPr sz="2400" spc="-210" dirty="0">
                <a:latin typeface="Trebuchet MS"/>
                <a:cs typeface="Trebuchet MS"/>
              </a:rPr>
              <a:t>eal</a:t>
            </a:r>
            <a:r>
              <a:rPr sz="2400" spc="-70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time</a:t>
            </a:r>
            <a:r>
              <a:rPr sz="2400" spc="-65" dirty="0">
                <a:latin typeface="Trebuchet MS"/>
                <a:cs typeface="Trebuchet MS"/>
              </a:rPr>
              <a:t> </a:t>
            </a:r>
            <a:r>
              <a:rPr sz="2400" spc="-105" dirty="0">
                <a:latin typeface="Trebuchet MS"/>
                <a:cs typeface="Trebuchet MS"/>
              </a:rPr>
              <a:t>i</a:t>
            </a:r>
            <a:r>
              <a:rPr sz="2400" spc="-185" dirty="0">
                <a:latin typeface="Trebuchet MS"/>
                <a:cs typeface="Trebuchet MS"/>
              </a:rPr>
              <a:t>n</a:t>
            </a:r>
            <a:r>
              <a:rPr sz="2400" spc="-340" dirty="0">
                <a:latin typeface="Trebuchet MS"/>
                <a:cs typeface="Trebuchet MS"/>
              </a:rPr>
              <a:t>f</a:t>
            </a:r>
            <a:r>
              <a:rPr sz="2400" spc="-90" dirty="0">
                <a:latin typeface="Trebuchet MS"/>
                <a:cs typeface="Trebuchet MS"/>
              </a:rPr>
              <a:t>ormati</a:t>
            </a:r>
            <a:r>
              <a:rPr sz="2400" spc="-95" dirty="0">
                <a:latin typeface="Trebuchet MS"/>
                <a:cs typeface="Trebuchet MS"/>
              </a:rPr>
              <a:t>o</a:t>
            </a:r>
            <a:r>
              <a:rPr sz="2400" spc="-120" dirty="0">
                <a:latin typeface="Trebuchet MS"/>
                <a:cs typeface="Trebuchet MS"/>
              </a:rPr>
              <a:t>n</a:t>
            </a:r>
            <a:endParaRPr sz="2400" dirty="0">
              <a:latin typeface="Trebuchet MS"/>
              <a:cs typeface="Trebuchet MS"/>
            </a:endParaRPr>
          </a:p>
          <a:p>
            <a:pPr marL="698500" marR="5715" lvl="1" indent="-228600">
              <a:lnSpc>
                <a:spcPts val="2810"/>
              </a:lnSpc>
              <a:spcBef>
                <a:spcPts val="49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  <a:tab pos="2591435" algn="l"/>
                <a:tab pos="3946525" algn="l"/>
                <a:tab pos="5036185" algn="l"/>
              </a:tabLst>
            </a:pPr>
            <a:r>
              <a:rPr sz="2400" spc="-90" dirty="0">
                <a:latin typeface="Trebuchet MS"/>
                <a:cs typeface="Trebuchet MS"/>
              </a:rPr>
              <a:t>E</a:t>
            </a:r>
            <a:r>
              <a:rPr sz="2400" spc="-120" dirty="0">
                <a:latin typeface="Trebuchet MS"/>
                <a:cs typeface="Trebuchet MS"/>
              </a:rPr>
              <a:t>-</a:t>
            </a:r>
            <a:r>
              <a:rPr sz="2400" spc="-55" dirty="0">
                <a:latin typeface="Trebuchet MS"/>
                <a:cs typeface="Trebuchet MS"/>
              </a:rPr>
              <a:t>c</a:t>
            </a:r>
            <a:r>
              <a:rPr sz="2400" spc="-70" dirty="0">
                <a:latin typeface="Trebuchet MS"/>
                <a:cs typeface="Trebuchet MS"/>
              </a:rPr>
              <a:t>o</a:t>
            </a:r>
            <a:r>
              <a:rPr sz="2400" spc="-180" dirty="0">
                <a:latin typeface="Trebuchet MS"/>
                <a:cs typeface="Trebuchet MS"/>
              </a:rPr>
              <a:t>mm</a:t>
            </a:r>
            <a:r>
              <a:rPr sz="2400" spc="-140" dirty="0">
                <a:latin typeface="Trebuchet MS"/>
                <a:cs typeface="Trebuchet MS"/>
              </a:rPr>
              <a:t>e</a:t>
            </a:r>
            <a:r>
              <a:rPr sz="2400" spc="-40" dirty="0">
                <a:latin typeface="Trebuchet MS"/>
                <a:cs typeface="Trebuchet MS"/>
              </a:rPr>
              <a:t>r</a:t>
            </a:r>
            <a:r>
              <a:rPr sz="2400" spc="-165" dirty="0">
                <a:latin typeface="Trebuchet MS"/>
                <a:cs typeface="Trebuchet MS"/>
              </a:rPr>
              <a:t>c</a:t>
            </a:r>
            <a:r>
              <a:rPr sz="2400" spc="-175" dirty="0">
                <a:latin typeface="Trebuchet MS"/>
                <a:cs typeface="Trebuchet MS"/>
              </a:rPr>
              <a:t>e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20" dirty="0">
                <a:latin typeface="Trebuchet MS"/>
                <a:cs typeface="Trebuchet MS"/>
              </a:rPr>
              <a:t>w</a:t>
            </a:r>
            <a:r>
              <a:rPr sz="2400" spc="-135" dirty="0">
                <a:latin typeface="Trebuchet MS"/>
                <a:cs typeface="Trebuchet MS"/>
              </a:rPr>
              <a:t>ebsites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140" dirty="0">
                <a:latin typeface="Trebuchet MS"/>
                <a:cs typeface="Trebuchet MS"/>
              </a:rPr>
              <a:t>col</a:t>
            </a:r>
            <a:r>
              <a:rPr sz="2400" spc="-85" dirty="0">
                <a:latin typeface="Trebuchet MS"/>
                <a:cs typeface="Trebuchet MS"/>
              </a:rPr>
              <a:t>l</a:t>
            </a:r>
            <a:r>
              <a:rPr sz="2400" spc="-165" dirty="0">
                <a:latin typeface="Trebuchet MS"/>
                <a:cs typeface="Trebuchet MS"/>
              </a:rPr>
              <a:t>ect</a:t>
            </a:r>
            <a:r>
              <a:rPr sz="2400" dirty="0">
                <a:latin typeface="Trebuchet MS"/>
                <a:cs typeface="Trebuchet MS"/>
              </a:rPr>
              <a:t>	</a:t>
            </a:r>
            <a:r>
              <a:rPr sz="2400" spc="-95" dirty="0">
                <a:latin typeface="Trebuchet MS"/>
                <a:cs typeface="Trebuchet MS"/>
              </a:rPr>
              <a:t>pu</a:t>
            </a:r>
            <a:r>
              <a:rPr sz="2400" spc="-125" dirty="0">
                <a:latin typeface="Trebuchet MS"/>
                <a:cs typeface="Trebuchet MS"/>
              </a:rPr>
              <a:t>r</a:t>
            </a:r>
            <a:r>
              <a:rPr sz="2400" spc="-165" dirty="0">
                <a:latin typeface="Trebuchet MS"/>
                <a:cs typeface="Trebuchet MS"/>
              </a:rPr>
              <a:t>c</a:t>
            </a:r>
            <a:r>
              <a:rPr sz="2400" spc="-195" dirty="0">
                <a:latin typeface="Trebuchet MS"/>
                <a:cs typeface="Trebuchet MS"/>
              </a:rPr>
              <a:t>h</a:t>
            </a:r>
            <a:r>
              <a:rPr sz="2400" spc="-180" dirty="0">
                <a:latin typeface="Trebuchet MS"/>
                <a:cs typeface="Trebuchet MS"/>
              </a:rPr>
              <a:t>a</a:t>
            </a:r>
            <a:r>
              <a:rPr sz="2400" spc="-120" dirty="0">
                <a:latin typeface="Trebuchet MS"/>
                <a:cs typeface="Trebuchet MS"/>
              </a:rPr>
              <a:t>sing  </a:t>
            </a:r>
            <a:r>
              <a:rPr sz="2400" spc="-150" dirty="0">
                <a:latin typeface="Trebuchet MS"/>
                <a:cs typeface="Trebuchet MS"/>
              </a:rPr>
              <a:t>habits</a:t>
            </a:r>
            <a:endParaRPr sz="2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0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9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6" y="351285"/>
            <a:ext cx="769810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32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90" dirty="0">
                <a:solidFill>
                  <a:srgbClr val="0A5293"/>
                </a:solidFill>
                <a:latin typeface="Trebuchet MS"/>
                <a:cs typeface="Trebuchet MS"/>
              </a:rPr>
              <a:t>opular</a:t>
            </a:r>
            <a:r>
              <a:rPr sz="4400" b="0" spc="-13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45" dirty="0">
                <a:solidFill>
                  <a:srgbClr val="0A5293"/>
                </a:solidFill>
                <a:latin typeface="Trebuchet MS"/>
                <a:cs typeface="Trebuchet MS"/>
              </a:rPr>
              <a:t>to</a:t>
            </a:r>
            <a:r>
              <a:rPr sz="4400" b="0" spc="-75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185" dirty="0">
                <a:solidFill>
                  <a:srgbClr val="0A5293"/>
                </a:solidFill>
                <a:latin typeface="Trebuchet MS"/>
                <a:cs typeface="Trebuchet MS"/>
              </a:rPr>
              <a:t>l</a:t>
            </a:r>
            <a:r>
              <a:rPr sz="4400" b="0" spc="-245" dirty="0">
                <a:solidFill>
                  <a:srgbClr val="0A5293"/>
                </a:solidFill>
                <a:latin typeface="Trebuchet MS"/>
                <a:cs typeface="Trebuchet MS"/>
              </a:rPr>
              <a:t>s</a:t>
            </a:r>
            <a:r>
              <a:rPr sz="4400" b="0" spc="-10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00" dirty="0" smtClean="0">
                <a:solidFill>
                  <a:srgbClr val="0A5293"/>
                </a:solidFill>
                <a:latin typeface="Trebuchet MS"/>
                <a:cs typeface="Trebuchet MS"/>
              </a:rPr>
              <a:t>used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23636" y="1526982"/>
            <a:ext cx="10963564" cy="1438214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indent="-229235">
              <a:spcBef>
                <a:spcPts val="31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2800" spc="-100" dirty="0">
                <a:latin typeface="Trebuchet MS"/>
                <a:cs typeface="Trebuchet MS"/>
              </a:rPr>
              <a:t>Data</a:t>
            </a:r>
            <a:r>
              <a:rPr sz="2800" spc="-90" dirty="0">
                <a:latin typeface="Trebuchet MS"/>
                <a:cs typeface="Trebuchet MS"/>
              </a:rPr>
              <a:t> </a:t>
            </a:r>
            <a:r>
              <a:rPr sz="2800" spc="-95" dirty="0" smtClean="0">
                <a:latin typeface="Trebuchet MS"/>
                <a:cs typeface="Trebuchet MS"/>
              </a:rPr>
              <a:t>p</a:t>
            </a:r>
            <a:r>
              <a:rPr sz="2800" spc="-120" dirty="0" smtClean="0">
                <a:latin typeface="Trebuchet MS"/>
                <a:cs typeface="Trebuchet MS"/>
              </a:rPr>
              <a:t>r</a:t>
            </a:r>
            <a:r>
              <a:rPr sz="2800" spc="-215" dirty="0" smtClean="0">
                <a:latin typeface="Trebuchet MS"/>
                <a:cs typeface="Trebuchet MS"/>
              </a:rPr>
              <a:t>e</a:t>
            </a:r>
            <a:r>
              <a:rPr sz="2800" spc="-145" dirty="0" smtClean="0">
                <a:latin typeface="Trebuchet MS"/>
                <a:cs typeface="Trebuchet MS"/>
              </a:rPr>
              <a:t>-</a:t>
            </a:r>
            <a:r>
              <a:rPr sz="2800" spc="-95" dirty="0" smtClean="0">
                <a:latin typeface="Trebuchet MS"/>
                <a:cs typeface="Trebuchet MS"/>
              </a:rPr>
              <a:t>p</a:t>
            </a:r>
            <a:r>
              <a:rPr sz="2800" spc="-140" dirty="0" smtClean="0">
                <a:latin typeface="Trebuchet MS"/>
                <a:cs typeface="Trebuchet MS"/>
              </a:rPr>
              <a:t>r</a:t>
            </a:r>
            <a:r>
              <a:rPr sz="2800" spc="-135" dirty="0" smtClean="0">
                <a:latin typeface="Trebuchet MS"/>
                <a:cs typeface="Trebuchet MS"/>
              </a:rPr>
              <a:t>ocessing</a:t>
            </a:r>
            <a:r>
              <a:rPr lang="en-US" sz="2800" spc="-135" dirty="0" smtClean="0">
                <a:latin typeface="Trebuchet MS"/>
                <a:cs typeface="Trebuchet MS"/>
              </a:rPr>
              <a:t>, </a:t>
            </a:r>
            <a:r>
              <a:rPr lang="en-US" sz="2800" spc="-130" dirty="0" smtClean="0">
                <a:latin typeface="Trebuchet MS"/>
                <a:cs typeface="Trebuchet MS"/>
              </a:rPr>
              <a:t>ex</a:t>
            </a:r>
            <a:r>
              <a:rPr lang="en-US" sz="2800" spc="-135" dirty="0" smtClean="0">
                <a:latin typeface="Trebuchet MS"/>
                <a:cs typeface="Trebuchet MS"/>
              </a:rPr>
              <a:t>p</a:t>
            </a:r>
            <a:r>
              <a:rPr lang="en-US" sz="2800" spc="-165" dirty="0" smtClean="0">
                <a:latin typeface="Trebuchet MS"/>
                <a:cs typeface="Trebuchet MS"/>
              </a:rPr>
              <a:t>lorat</a:t>
            </a:r>
            <a:r>
              <a:rPr lang="en-US" sz="2800" spc="-120" dirty="0" smtClean="0">
                <a:latin typeface="Trebuchet MS"/>
                <a:cs typeface="Trebuchet MS"/>
              </a:rPr>
              <a:t>i</a:t>
            </a:r>
            <a:r>
              <a:rPr lang="en-US" sz="2800" spc="-50" dirty="0" smtClean="0">
                <a:latin typeface="Trebuchet MS"/>
                <a:cs typeface="Trebuchet MS"/>
              </a:rPr>
              <a:t>on</a:t>
            </a:r>
            <a:r>
              <a:rPr lang="en-US" sz="2800" spc="-114" dirty="0" smtClean="0">
                <a:latin typeface="Trebuchet MS"/>
                <a:cs typeface="Trebuchet MS"/>
              </a:rPr>
              <a:t>, </a:t>
            </a:r>
            <a:r>
              <a:rPr lang="en-US" sz="2800" spc="-135" dirty="0" smtClean="0">
                <a:latin typeface="Trebuchet MS"/>
                <a:cs typeface="Trebuchet MS"/>
              </a:rPr>
              <a:t>vis</a:t>
            </a:r>
            <a:r>
              <a:rPr lang="en-US" sz="2800" spc="-175" dirty="0" smtClean="0">
                <a:latin typeface="Trebuchet MS"/>
                <a:cs typeface="Trebuchet MS"/>
              </a:rPr>
              <a:t>u</a:t>
            </a:r>
            <a:r>
              <a:rPr lang="en-US" sz="2800" spc="-195" dirty="0" smtClean="0">
                <a:latin typeface="Trebuchet MS"/>
                <a:cs typeface="Trebuchet MS"/>
              </a:rPr>
              <a:t>alizati</a:t>
            </a:r>
            <a:r>
              <a:rPr lang="en-US" sz="2800" spc="-280" dirty="0" smtClean="0">
                <a:latin typeface="Trebuchet MS"/>
                <a:cs typeface="Trebuchet MS"/>
              </a:rPr>
              <a:t>o</a:t>
            </a:r>
            <a:r>
              <a:rPr lang="en-US" sz="2800" spc="-150" dirty="0" smtClean="0">
                <a:latin typeface="Trebuchet MS"/>
                <a:cs typeface="Trebuchet MS"/>
              </a:rPr>
              <a:t>n</a:t>
            </a:r>
            <a:r>
              <a:rPr sz="2800" spc="-125" dirty="0" smtClean="0">
                <a:latin typeface="Trebuchet MS"/>
                <a:cs typeface="Trebuchet MS"/>
              </a:rPr>
              <a:t> </a:t>
            </a:r>
            <a:r>
              <a:rPr sz="2800" spc="-204" dirty="0">
                <a:latin typeface="Trebuchet MS"/>
                <a:cs typeface="Trebuchet MS"/>
              </a:rPr>
              <a:t>and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90" dirty="0">
                <a:latin typeface="Trebuchet MS"/>
                <a:cs typeface="Trebuchet MS"/>
              </a:rPr>
              <a:t>ana</a:t>
            </a:r>
            <a:r>
              <a:rPr sz="2800" spc="-185" dirty="0">
                <a:latin typeface="Trebuchet MS"/>
                <a:cs typeface="Trebuchet MS"/>
              </a:rPr>
              <a:t>l</a:t>
            </a:r>
            <a:r>
              <a:rPr sz="2800" spc="-130" dirty="0">
                <a:latin typeface="Trebuchet MS"/>
                <a:cs typeface="Trebuchet MS"/>
              </a:rPr>
              <a:t>ysis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85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400" spc="-150" dirty="0" smtClean="0">
                <a:latin typeface="Trebuchet MS"/>
                <a:cs typeface="Trebuchet MS"/>
              </a:rPr>
              <a:t>Pyt</a:t>
            </a:r>
            <a:r>
              <a:rPr sz="2400" spc="-165" dirty="0" smtClean="0">
                <a:latin typeface="Trebuchet MS"/>
                <a:cs typeface="Trebuchet MS"/>
              </a:rPr>
              <a:t>h</a:t>
            </a:r>
            <a:r>
              <a:rPr sz="2400" spc="-50" dirty="0" smtClean="0">
                <a:latin typeface="Trebuchet MS"/>
                <a:cs typeface="Trebuchet MS"/>
              </a:rPr>
              <a:t>o</a:t>
            </a:r>
            <a:r>
              <a:rPr sz="2400" spc="-45" dirty="0" smtClean="0">
                <a:latin typeface="Trebuchet MS"/>
                <a:cs typeface="Trebuchet MS"/>
              </a:rPr>
              <a:t>n</a:t>
            </a:r>
            <a:endParaRPr lang="en-US" sz="2400" spc="-420" dirty="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85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10</a:t>
            </a:fld>
            <a:endParaRPr lang="en-US" spc="-3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209800"/>
            <a:ext cx="8844803" cy="2190821"/>
          </a:xfrm>
          <a:prstGeom prst="rect">
            <a:avLst/>
          </a:prstGeom>
        </p:spPr>
      </p:pic>
      <p:sp>
        <p:nvSpPr>
          <p:cNvPr id="7" name="object 2"/>
          <p:cNvSpPr txBox="1">
            <a:spLocks/>
          </p:cNvSpPr>
          <p:nvPr/>
        </p:nvSpPr>
        <p:spPr>
          <a:xfrm>
            <a:off x="339956" y="351285"/>
            <a:ext cx="769810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marL="12700">
              <a:spcBef>
                <a:spcPts val="100"/>
              </a:spcBef>
            </a:pPr>
            <a:r>
              <a:rPr lang="en-US" sz="4400" b="0" spc="-320" dirty="0" smtClean="0">
                <a:solidFill>
                  <a:srgbClr val="0A5293"/>
                </a:solidFill>
                <a:latin typeface="Trebuchet MS"/>
                <a:cs typeface="Trebuchet MS"/>
              </a:rPr>
              <a:t>Python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435815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371600" y="1417638"/>
            <a:ext cx="8153400" cy="4800600"/>
          </a:xfrm>
        </p:spPr>
        <p:txBody>
          <a:bodyPr/>
          <a:lstStyle/>
          <a:p>
            <a:r>
              <a:rPr lang="en-US" altLang="en-US" sz="2000" dirty="0"/>
              <a:t>Python is a high-level, interpreted, interactive and object oriented-scripting language.</a:t>
            </a:r>
          </a:p>
          <a:p>
            <a:endParaRPr lang="en-US" altLang="en-US" sz="2000" dirty="0"/>
          </a:p>
          <a:p>
            <a:r>
              <a:rPr lang="en-US" altLang="en-US" sz="2000" dirty="0"/>
              <a:t>Python was designed to be highly readable which uses English keywords frequently where as other languages use punctuation and it has fewer syntactical constructions than other languages.</a:t>
            </a:r>
          </a:p>
          <a:p>
            <a:pPr>
              <a:buFontTx/>
              <a:buNone/>
            </a:pPr>
            <a:endParaRPr lang="en-US" altLang="en-US" sz="2000" dirty="0"/>
          </a:p>
        </p:txBody>
      </p:sp>
      <p:pic>
        <p:nvPicPr>
          <p:cNvPr id="4" name="Picture 3" descr="A close up of a logo&#10;&#10;Description automatically generated">
            <a:extLst>
              <a:ext uri="{FF2B5EF4-FFF2-40B4-BE49-F238E27FC236}">
                <a16:creationId xmlns:lc="http://schemas.openxmlformats.org/drawingml/2006/lockedCanvas" xmlns:a16="http://schemas.microsoft.com/office/drawing/2014/main" xmlns="" id="{391B548C-207D-B345-9E17-1A594038958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3692" y="568120"/>
            <a:ext cx="1661057" cy="160696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object 2"/>
          <p:cNvSpPr txBox="1">
            <a:spLocks/>
          </p:cNvSpPr>
          <p:nvPr/>
        </p:nvSpPr>
        <p:spPr>
          <a:xfrm>
            <a:off x="457200" y="457200"/>
            <a:ext cx="7698105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marL="12700">
              <a:spcBef>
                <a:spcPts val="100"/>
              </a:spcBef>
            </a:pPr>
            <a:r>
              <a:rPr lang="en-US" sz="4400" b="0" spc="-320" dirty="0">
                <a:solidFill>
                  <a:srgbClr val="0A5293"/>
                </a:solidFill>
                <a:latin typeface="Trebuchet MS"/>
                <a:cs typeface="Trebuchet MS"/>
              </a:rPr>
              <a:t> Python Overview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6267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0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12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5" y="351285"/>
            <a:ext cx="448818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200" dirty="0">
                <a:solidFill>
                  <a:srgbClr val="0A5293"/>
                </a:solidFill>
                <a:latin typeface="Trebuchet MS"/>
                <a:cs typeface="Trebuchet MS"/>
              </a:rPr>
              <a:t>E</a:t>
            </a:r>
            <a:r>
              <a:rPr sz="4400" b="0" spc="-260" dirty="0">
                <a:solidFill>
                  <a:srgbClr val="0A5293"/>
                </a:solidFill>
                <a:latin typeface="Trebuchet MS"/>
                <a:cs typeface="Trebuchet MS"/>
              </a:rPr>
              <a:t>v</a:t>
            </a:r>
            <a:r>
              <a:rPr sz="4400" b="0" spc="-155" dirty="0">
                <a:solidFill>
                  <a:srgbClr val="0A5293"/>
                </a:solidFill>
                <a:latin typeface="Trebuchet MS"/>
                <a:cs typeface="Trebuchet MS"/>
              </a:rPr>
              <a:t>oluti</a:t>
            </a:r>
            <a:r>
              <a:rPr sz="4400" b="0" spc="-220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204" dirty="0">
                <a:solidFill>
                  <a:srgbClr val="0A5293"/>
                </a:solidFill>
                <a:latin typeface="Trebuchet MS"/>
                <a:cs typeface="Trebuchet MS"/>
              </a:rPr>
              <a:t>n</a:t>
            </a:r>
            <a:r>
              <a:rPr sz="4400" b="0" spc="-12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29" dirty="0">
                <a:solidFill>
                  <a:srgbClr val="0A5293"/>
                </a:solidFill>
                <a:latin typeface="Trebuchet MS"/>
                <a:cs typeface="Trebuchet MS"/>
              </a:rPr>
              <a:t>of</a:t>
            </a:r>
            <a:r>
              <a:rPr sz="4400" b="0" spc="-12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180" dirty="0">
                <a:solidFill>
                  <a:srgbClr val="0A5293"/>
                </a:solidFill>
                <a:latin typeface="Trebuchet MS"/>
                <a:cs typeface="Trebuchet MS"/>
              </a:rPr>
              <a:t>Python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1" y="1513079"/>
            <a:ext cx="7007859" cy="1726114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065" marR="5080" algn="just">
              <a:spcBef>
                <a:spcPts val="820"/>
              </a:spcBef>
              <a:buClr>
                <a:srgbClr val="3891A7"/>
              </a:buClr>
              <a:buSzPct val="70000"/>
              <a:tabLst>
                <a:tab pos="241935" algn="l"/>
              </a:tabLst>
            </a:pPr>
            <a:r>
              <a:rPr sz="2000" spc="-125" dirty="0">
                <a:latin typeface="Trebuchet MS"/>
                <a:cs typeface="Trebuchet MS"/>
              </a:rPr>
              <a:t>Python</a:t>
            </a:r>
            <a:r>
              <a:rPr sz="2000" spc="-120" dirty="0">
                <a:latin typeface="Trebuchet MS"/>
                <a:cs typeface="Trebuchet MS"/>
              </a:rPr>
              <a:t> </a:t>
            </a:r>
            <a:r>
              <a:rPr sz="2000" spc="-145" dirty="0">
                <a:latin typeface="Trebuchet MS"/>
                <a:cs typeface="Trebuchet MS"/>
              </a:rPr>
              <a:t>was</a:t>
            </a:r>
            <a:r>
              <a:rPr sz="2000" spc="-140" dirty="0">
                <a:latin typeface="Trebuchet MS"/>
                <a:cs typeface="Trebuchet MS"/>
              </a:rPr>
              <a:t> </a:t>
            </a:r>
            <a:r>
              <a:rPr sz="2000" spc="-170" dirty="0">
                <a:latin typeface="Trebuchet MS"/>
                <a:cs typeface="Trebuchet MS"/>
              </a:rPr>
              <a:t>developed</a:t>
            </a:r>
            <a:r>
              <a:rPr sz="2000" spc="565" dirty="0">
                <a:latin typeface="Trebuchet MS"/>
                <a:cs typeface="Trebuchet MS"/>
              </a:rPr>
              <a:t> </a:t>
            </a:r>
            <a:r>
              <a:rPr sz="2000" spc="-195" dirty="0">
                <a:latin typeface="Trebuchet MS"/>
                <a:cs typeface="Trebuchet MS"/>
              </a:rPr>
              <a:t>by 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55" dirty="0">
                <a:latin typeface="Trebuchet MS"/>
                <a:cs typeface="Trebuchet MS"/>
              </a:rPr>
              <a:t>Guido </a:t>
            </a:r>
            <a:r>
              <a:rPr sz="2000" spc="-200" dirty="0">
                <a:latin typeface="Trebuchet MS"/>
                <a:cs typeface="Trebuchet MS"/>
              </a:rPr>
              <a:t>van </a:t>
            </a:r>
            <a:r>
              <a:rPr sz="2000" spc="-55" dirty="0">
                <a:latin typeface="Trebuchet MS"/>
                <a:cs typeface="Trebuchet MS"/>
              </a:rPr>
              <a:t>Rossum </a:t>
            </a:r>
            <a:r>
              <a:rPr sz="2000" spc="-170" dirty="0">
                <a:latin typeface="Trebuchet MS"/>
                <a:cs typeface="Trebuchet MS"/>
              </a:rPr>
              <a:t>in </a:t>
            </a:r>
            <a:r>
              <a:rPr sz="2000" spc="-180" dirty="0">
                <a:latin typeface="Trebuchet MS"/>
                <a:cs typeface="Trebuchet MS"/>
              </a:rPr>
              <a:t>the </a:t>
            </a:r>
            <a:r>
              <a:rPr sz="2000" spc="-235" dirty="0">
                <a:latin typeface="Trebuchet MS"/>
                <a:cs typeface="Trebuchet MS"/>
              </a:rPr>
              <a:t>late </a:t>
            </a:r>
            <a:r>
              <a:rPr sz="2000" spc="-229" dirty="0">
                <a:latin typeface="Trebuchet MS"/>
                <a:cs typeface="Trebuchet MS"/>
              </a:rPr>
              <a:t> </a:t>
            </a:r>
            <a:r>
              <a:rPr sz="2000" spc="-180" dirty="0">
                <a:latin typeface="Trebuchet MS"/>
                <a:cs typeface="Trebuchet MS"/>
              </a:rPr>
              <a:t>eighties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245" dirty="0">
                <a:latin typeface="Trebuchet MS"/>
                <a:cs typeface="Trebuchet MS"/>
              </a:rPr>
              <a:t>at</a:t>
            </a:r>
            <a:r>
              <a:rPr sz="2000" spc="-240" dirty="0">
                <a:latin typeface="Trebuchet MS"/>
                <a:cs typeface="Trebuchet MS"/>
              </a:rPr>
              <a:t> </a:t>
            </a:r>
            <a:r>
              <a:rPr sz="2000" spc="-180" dirty="0">
                <a:latin typeface="Trebuchet MS"/>
                <a:cs typeface="Trebuchet MS"/>
              </a:rPr>
              <a:t>the</a:t>
            </a:r>
            <a:r>
              <a:rPr sz="2000" spc="-175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‘National </a:t>
            </a:r>
            <a:r>
              <a:rPr sz="2000" spc="-890" dirty="0">
                <a:latin typeface="Trebuchet MS"/>
                <a:cs typeface="Trebuchet MS"/>
              </a:rPr>
              <a:t> </a:t>
            </a:r>
            <a:r>
              <a:rPr sz="2000" spc="-135" dirty="0">
                <a:latin typeface="Trebuchet MS"/>
                <a:cs typeface="Trebuchet MS"/>
              </a:rPr>
              <a:t>Research</a:t>
            </a:r>
            <a:r>
              <a:rPr sz="2000" spc="-130" dirty="0">
                <a:latin typeface="Trebuchet MS"/>
                <a:cs typeface="Trebuchet MS"/>
              </a:rPr>
              <a:t> </a:t>
            </a:r>
            <a:r>
              <a:rPr sz="2000" spc="-155" dirty="0">
                <a:latin typeface="Trebuchet MS"/>
                <a:cs typeface="Trebuchet MS"/>
              </a:rPr>
              <a:t>Institute</a:t>
            </a:r>
            <a:r>
              <a:rPr sz="2000" spc="-150" dirty="0">
                <a:latin typeface="Trebuchet MS"/>
                <a:cs typeface="Trebuchet MS"/>
              </a:rPr>
              <a:t> </a:t>
            </a:r>
            <a:r>
              <a:rPr sz="2000" spc="-110" dirty="0">
                <a:latin typeface="Trebuchet MS"/>
                <a:cs typeface="Trebuchet MS"/>
              </a:rPr>
              <a:t>for </a:t>
            </a:r>
            <a:r>
              <a:rPr sz="2000" spc="-890" dirty="0">
                <a:latin typeface="Trebuchet MS"/>
                <a:cs typeface="Trebuchet MS"/>
              </a:rPr>
              <a:t> </a:t>
            </a:r>
            <a:r>
              <a:rPr sz="2000" spc="-160" dirty="0">
                <a:latin typeface="Trebuchet MS"/>
                <a:cs typeface="Trebuchet MS"/>
              </a:rPr>
              <a:t>Mathematics</a:t>
            </a:r>
            <a:r>
              <a:rPr sz="2000" spc="-155" dirty="0">
                <a:latin typeface="Trebuchet MS"/>
                <a:cs typeface="Trebuchet MS"/>
              </a:rPr>
              <a:t> </a:t>
            </a:r>
            <a:r>
              <a:rPr sz="2000" spc="-195" dirty="0">
                <a:latin typeface="Trebuchet MS"/>
                <a:cs typeface="Trebuchet MS"/>
              </a:rPr>
              <a:t>and</a:t>
            </a:r>
            <a:r>
              <a:rPr sz="2000" spc="-190" dirty="0">
                <a:latin typeface="Trebuchet MS"/>
                <a:cs typeface="Trebuchet MS"/>
              </a:rPr>
              <a:t> </a:t>
            </a:r>
            <a:r>
              <a:rPr sz="2000" spc="-65" dirty="0">
                <a:latin typeface="Trebuchet MS"/>
                <a:cs typeface="Trebuchet MS"/>
              </a:rPr>
              <a:t>Computer </a:t>
            </a:r>
            <a:r>
              <a:rPr sz="2000" spc="-890" dirty="0">
                <a:latin typeface="Trebuchet MS"/>
                <a:cs typeface="Trebuchet MS"/>
              </a:rPr>
              <a:t> </a:t>
            </a:r>
            <a:r>
              <a:rPr sz="2000" spc="-200" dirty="0">
                <a:latin typeface="Trebuchet MS"/>
                <a:cs typeface="Trebuchet MS"/>
              </a:rPr>
              <a:t>Science’</a:t>
            </a:r>
            <a:r>
              <a:rPr sz="2000" spc="-60" dirty="0">
                <a:latin typeface="Trebuchet MS"/>
                <a:cs typeface="Trebuchet MS"/>
              </a:rPr>
              <a:t> </a:t>
            </a:r>
            <a:r>
              <a:rPr sz="2000" spc="-245" dirty="0">
                <a:latin typeface="Trebuchet MS"/>
                <a:cs typeface="Trebuchet MS"/>
              </a:rPr>
              <a:t>at</a:t>
            </a:r>
            <a:r>
              <a:rPr sz="2000" spc="-70" dirty="0">
                <a:latin typeface="Trebuchet MS"/>
                <a:cs typeface="Trebuchet MS"/>
              </a:rPr>
              <a:t> </a:t>
            </a:r>
            <a:r>
              <a:rPr sz="2000" spc="-105" dirty="0" smtClean="0">
                <a:latin typeface="Trebuchet MS"/>
                <a:cs typeface="Trebuchet MS"/>
              </a:rPr>
              <a:t>Netherlands</a:t>
            </a:r>
            <a:endParaRPr lang="en-US" sz="2000" spc="-105" dirty="0" smtClean="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ct val="80000"/>
              </a:lnSpc>
              <a:spcBef>
                <a:spcPts val="820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endParaRPr lang="en-US" sz="2000" spc="-105" dirty="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ct val="80000"/>
              </a:lnSpc>
              <a:spcBef>
                <a:spcPts val="820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7579" y="1292468"/>
            <a:ext cx="28448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916941" y="4419600"/>
            <a:ext cx="7315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i="1" dirty="0">
                <a:solidFill>
                  <a:srgbClr val="000000"/>
                </a:solidFill>
                <a:latin typeface="AAAAAD+EuphemiaUCAS"/>
              </a:rPr>
              <a:t>Created python language in late 1980’s during Christmas holidays as a hobby project and little did he know that it would go on to become one of the most popular programming language in the world. </a:t>
            </a:r>
            <a:endParaRPr lang="en-US" i="1" dirty="0"/>
          </a:p>
        </p:txBody>
      </p:sp>
      <p:sp>
        <p:nvSpPr>
          <p:cNvPr id="8" name="Rectangle 7"/>
          <p:cNvSpPr/>
          <p:nvPr/>
        </p:nvSpPr>
        <p:spPr>
          <a:xfrm>
            <a:off x="889058" y="3060682"/>
            <a:ext cx="726434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AAAAD+EuphemiaUCAS"/>
              </a:rPr>
              <a:t>Guido van Rossum is a Dutch programmer best known as the </a:t>
            </a:r>
            <a:r>
              <a:rPr lang="en-US" b="1" dirty="0">
                <a:solidFill>
                  <a:srgbClr val="000000"/>
                </a:solidFill>
                <a:latin typeface="AAAAAC+EuphemiaUCAS-Bold"/>
              </a:rPr>
              <a:t>author of the Python programming language</a:t>
            </a:r>
            <a:r>
              <a:rPr lang="en-US" dirty="0">
                <a:solidFill>
                  <a:srgbClr val="000000"/>
                </a:solidFill>
                <a:latin typeface="AAAAAD+EuphemiaUCAS"/>
              </a:rPr>
              <a:t>, for which he was the "</a:t>
            </a:r>
            <a:r>
              <a:rPr lang="en-US" b="1" dirty="0">
                <a:solidFill>
                  <a:srgbClr val="000000"/>
                </a:solidFill>
                <a:latin typeface="AAAAAC+EuphemiaUCAS-Bold"/>
              </a:rPr>
              <a:t>Benevolent Dictator For Life</a:t>
            </a:r>
            <a:r>
              <a:rPr lang="en-US" dirty="0">
                <a:solidFill>
                  <a:srgbClr val="000000"/>
                </a:solidFill>
                <a:latin typeface="AAAAAD+EuphemiaUCAS"/>
              </a:rPr>
              <a:t>" 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210"/>
          <a:stretch/>
        </p:blipFill>
        <p:spPr>
          <a:xfrm>
            <a:off x="2362199" y="1828800"/>
            <a:ext cx="7952921" cy="28956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13</a:t>
            </a:fld>
            <a:endParaRPr lang="en-US" spc="-3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Where does the Python name come from?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3116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600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Brief History of Python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Invented in the Netherlands, early 90s by Guido van Rossum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Named after Monty Python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Open sourced from the beginning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Considered a scripting language, but is much more</a:t>
            </a:r>
          </a:p>
          <a:p>
            <a:pPr>
              <a:lnSpc>
                <a:spcPct val="90000"/>
              </a:lnSpc>
            </a:pPr>
            <a:r>
              <a:rPr lang="en-US" altLang="en-US" sz="2400" dirty="0" smtClean="0">
                <a:ea typeface="ＭＳ Ｐゴシック" panose="020B0600070205080204" pitchFamily="34" charset="-128"/>
              </a:rPr>
              <a:t>Used </a:t>
            </a:r>
            <a:r>
              <a:rPr lang="en-US" altLang="en-US" sz="2400" dirty="0">
                <a:ea typeface="ＭＳ Ｐゴシック" panose="020B0600070205080204" pitchFamily="34" charset="-128"/>
              </a:rPr>
              <a:t>by Google from the beginning</a:t>
            </a:r>
          </a:p>
          <a:p>
            <a:pPr>
              <a:lnSpc>
                <a:spcPct val="90000"/>
              </a:lnSpc>
            </a:pPr>
            <a:r>
              <a:rPr lang="en-US" altLang="en-US" sz="2400" dirty="0">
                <a:ea typeface="ＭＳ Ｐゴシック" panose="020B0600070205080204" pitchFamily="34" charset="-128"/>
              </a:rPr>
              <a:t>Increasingly popular</a:t>
            </a:r>
          </a:p>
        </p:txBody>
      </p:sp>
      <p:sp>
        <p:nvSpPr>
          <p:cNvPr id="2" name="Rectangle 1"/>
          <p:cNvSpPr/>
          <p:nvPr/>
        </p:nvSpPr>
        <p:spPr>
          <a:xfrm>
            <a:off x="574964" y="4191000"/>
            <a:ext cx="6096000" cy="16696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41300" indent="-229235" algn="just">
              <a:lnSpc>
                <a:spcPts val="3545"/>
              </a:lnSpc>
              <a:spcBef>
                <a:spcPts val="285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r>
              <a:rPr lang="en-US" sz="2800" spc="-165" dirty="0">
                <a:latin typeface="Trebuchet MS"/>
                <a:cs typeface="Trebuchet MS"/>
              </a:rPr>
              <a:t>P</a:t>
            </a:r>
            <a:r>
              <a:rPr lang="en-US" sz="2800" spc="-160" dirty="0">
                <a:latin typeface="Trebuchet MS"/>
                <a:cs typeface="Trebuchet MS"/>
              </a:rPr>
              <a:t>y</a:t>
            </a:r>
            <a:r>
              <a:rPr lang="en-US" sz="2800" spc="-105" dirty="0">
                <a:latin typeface="Trebuchet MS"/>
                <a:cs typeface="Trebuchet MS"/>
              </a:rPr>
              <a:t>thon</a:t>
            </a:r>
            <a:r>
              <a:rPr lang="en-US" sz="2800" spc="-75" dirty="0">
                <a:latin typeface="Trebuchet MS"/>
                <a:cs typeface="Trebuchet MS"/>
              </a:rPr>
              <a:t> </a:t>
            </a:r>
            <a:r>
              <a:rPr lang="en-US" sz="2800" spc="-165" dirty="0">
                <a:latin typeface="Trebuchet MS"/>
                <a:cs typeface="Trebuchet MS"/>
              </a:rPr>
              <a:t>Edi</a:t>
            </a:r>
            <a:r>
              <a:rPr lang="en-US" sz="2800" spc="-155" dirty="0">
                <a:latin typeface="Trebuchet MS"/>
                <a:cs typeface="Trebuchet MS"/>
              </a:rPr>
              <a:t>t</a:t>
            </a:r>
            <a:r>
              <a:rPr lang="en-US" sz="2800" spc="-95" dirty="0">
                <a:latin typeface="Trebuchet MS"/>
                <a:cs typeface="Trebuchet MS"/>
              </a:rPr>
              <a:t>ions</a:t>
            </a:r>
            <a:endParaRPr lang="en-US" sz="2800" dirty="0">
              <a:latin typeface="Trebuchet MS"/>
              <a:cs typeface="Trebuchet MS"/>
            </a:endParaRPr>
          </a:p>
          <a:p>
            <a:pPr marL="698500" lvl="1" indent="-229235">
              <a:lnSpc>
                <a:spcPts val="3005"/>
              </a:lnSpc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lang="en-US" sz="2400" spc="-100" dirty="0">
                <a:latin typeface="Trebuchet MS"/>
                <a:cs typeface="Trebuchet MS"/>
              </a:rPr>
              <a:t>Pyth</a:t>
            </a:r>
            <a:r>
              <a:rPr lang="en-US" sz="2400" spc="-105" dirty="0">
                <a:latin typeface="Trebuchet MS"/>
                <a:cs typeface="Trebuchet MS"/>
              </a:rPr>
              <a:t>o</a:t>
            </a:r>
            <a:r>
              <a:rPr lang="en-US" sz="2400" spc="-120" dirty="0">
                <a:latin typeface="Trebuchet MS"/>
                <a:cs typeface="Trebuchet MS"/>
              </a:rPr>
              <a:t>n</a:t>
            </a:r>
            <a:r>
              <a:rPr lang="en-US" sz="2400" spc="-80" dirty="0">
                <a:latin typeface="Trebuchet MS"/>
                <a:cs typeface="Trebuchet MS"/>
              </a:rPr>
              <a:t> </a:t>
            </a:r>
            <a:r>
              <a:rPr lang="en-US" sz="2400" spc="-60" dirty="0">
                <a:latin typeface="Trebuchet MS"/>
                <a:cs typeface="Trebuchet MS"/>
              </a:rPr>
              <a:t>1</a:t>
            </a:r>
            <a:r>
              <a:rPr lang="en-US" sz="2400" spc="-380" dirty="0">
                <a:latin typeface="Trebuchet MS"/>
                <a:cs typeface="Trebuchet MS"/>
              </a:rPr>
              <a:t>.</a:t>
            </a:r>
            <a:r>
              <a:rPr lang="en-US" sz="2400" spc="-60" dirty="0">
                <a:latin typeface="Trebuchet MS"/>
                <a:cs typeface="Trebuchet MS"/>
              </a:rPr>
              <a:t>0</a:t>
            </a:r>
            <a:r>
              <a:rPr lang="en-US" sz="2400" spc="-120" dirty="0">
                <a:latin typeface="Trebuchet MS"/>
                <a:cs typeface="Trebuchet MS"/>
              </a:rPr>
              <a:t>-</a:t>
            </a:r>
            <a:r>
              <a:rPr lang="en-US" sz="2400" spc="-65" dirty="0">
                <a:latin typeface="Trebuchet MS"/>
                <a:cs typeface="Trebuchet MS"/>
              </a:rPr>
              <a:t>1</a:t>
            </a:r>
            <a:r>
              <a:rPr lang="en-US" sz="2400" spc="-55" dirty="0">
                <a:latin typeface="Trebuchet MS"/>
                <a:cs typeface="Trebuchet MS"/>
              </a:rPr>
              <a:t>9</a:t>
            </a:r>
            <a:r>
              <a:rPr lang="en-US" sz="2400" spc="-65" dirty="0">
                <a:latin typeface="Trebuchet MS"/>
                <a:cs typeface="Trebuchet MS"/>
              </a:rPr>
              <a:t>91</a:t>
            </a:r>
            <a:r>
              <a:rPr lang="en-US" sz="2400" spc="-385" dirty="0">
                <a:latin typeface="Trebuchet MS"/>
                <a:cs typeface="Trebuchet MS"/>
              </a:rPr>
              <a:t>,</a:t>
            </a:r>
            <a:endParaRPr lang="en-US" sz="2400" dirty="0">
              <a:latin typeface="Trebuchet MS"/>
              <a:cs typeface="Trebuchet MS"/>
            </a:endParaRPr>
          </a:p>
          <a:p>
            <a:pPr marL="698500" lvl="1" indent="-229235">
              <a:lnSpc>
                <a:spcPts val="3000"/>
              </a:lnSpc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lang="en-US" sz="2400" spc="-100" dirty="0">
                <a:latin typeface="Trebuchet MS"/>
                <a:cs typeface="Trebuchet MS"/>
              </a:rPr>
              <a:t>Pyth</a:t>
            </a:r>
            <a:r>
              <a:rPr lang="en-US" sz="2400" spc="-105" dirty="0">
                <a:latin typeface="Trebuchet MS"/>
                <a:cs typeface="Trebuchet MS"/>
              </a:rPr>
              <a:t>o</a:t>
            </a:r>
            <a:r>
              <a:rPr lang="en-US" sz="2400" spc="-120" dirty="0">
                <a:latin typeface="Trebuchet MS"/>
                <a:cs typeface="Trebuchet MS"/>
              </a:rPr>
              <a:t>n</a:t>
            </a:r>
            <a:r>
              <a:rPr lang="en-US" sz="2400" spc="-80" dirty="0">
                <a:latin typeface="Trebuchet MS"/>
                <a:cs typeface="Trebuchet MS"/>
              </a:rPr>
              <a:t> </a:t>
            </a:r>
            <a:r>
              <a:rPr lang="en-US" sz="2400" spc="-60" dirty="0">
                <a:latin typeface="Trebuchet MS"/>
                <a:cs typeface="Trebuchet MS"/>
              </a:rPr>
              <a:t>2</a:t>
            </a:r>
            <a:r>
              <a:rPr lang="en-US" sz="2400" spc="-380" dirty="0">
                <a:latin typeface="Trebuchet MS"/>
                <a:cs typeface="Trebuchet MS"/>
              </a:rPr>
              <a:t>.</a:t>
            </a:r>
            <a:r>
              <a:rPr lang="en-US" sz="2400" spc="-60" dirty="0">
                <a:latin typeface="Trebuchet MS"/>
                <a:cs typeface="Trebuchet MS"/>
              </a:rPr>
              <a:t>0</a:t>
            </a:r>
            <a:r>
              <a:rPr lang="en-US" sz="2400" spc="-114" dirty="0">
                <a:latin typeface="Trebuchet MS"/>
                <a:cs typeface="Trebuchet MS"/>
              </a:rPr>
              <a:t>-</a:t>
            </a:r>
            <a:r>
              <a:rPr lang="en-US" sz="2400" spc="-80" dirty="0">
                <a:latin typeface="Trebuchet MS"/>
                <a:cs typeface="Trebuchet MS"/>
              </a:rPr>
              <a:t> </a:t>
            </a:r>
            <a:r>
              <a:rPr lang="en-US" sz="2400" spc="-60" dirty="0">
                <a:latin typeface="Trebuchet MS"/>
                <a:cs typeface="Trebuchet MS"/>
              </a:rPr>
              <a:t>2000</a:t>
            </a:r>
            <a:endParaRPr lang="en-US" sz="2400" dirty="0">
              <a:latin typeface="Trebuchet MS"/>
              <a:cs typeface="Trebuchet MS"/>
            </a:endParaRPr>
          </a:p>
          <a:p>
            <a:pPr marL="698500" lvl="1" indent="-229235">
              <a:lnSpc>
                <a:spcPts val="2750"/>
              </a:lnSpc>
              <a:buClr>
                <a:srgbClr val="3891A7"/>
              </a:buClr>
              <a:buFont typeface="Verdana"/>
              <a:buChar char="◦"/>
              <a:tabLst>
                <a:tab pos="699135" algn="l"/>
                <a:tab pos="2527300" algn="l"/>
              </a:tabLst>
            </a:pPr>
            <a:r>
              <a:rPr lang="en-US" sz="2400" spc="-160" dirty="0">
                <a:latin typeface="Trebuchet MS"/>
                <a:cs typeface="Trebuchet MS"/>
              </a:rPr>
              <a:t>Py</a:t>
            </a:r>
            <a:r>
              <a:rPr lang="en-US" sz="2400" spc="-135" dirty="0">
                <a:latin typeface="Trebuchet MS"/>
                <a:cs typeface="Trebuchet MS"/>
              </a:rPr>
              <a:t>t</a:t>
            </a:r>
            <a:r>
              <a:rPr lang="en-US" sz="2400" spc="-40" dirty="0">
                <a:latin typeface="Trebuchet MS"/>
                <a:cs typeface="Trebuchet MS"/>
              </a:rPr>
              <a:t>h</a:t>
            </a:r>
            <a:r>
              <a:rPr lang="en-US" sz="2400" spc="-35" dirty="0">
                <a:latin typeface="Trebuchet MS"/>
                <a:cs typeface="Trebuchet MS"/>
              </a:rPr>
              <a:t>o</a:t>
            </a:r>
            <a:r>
              <a:rPr lang="en-US" sz="2400" spc="-120" dirty="0">
                <a:latin typeface="Trebuchet MS"/>
                <a:cs typeface="Trebuchet MS"/>
              </a:rPr>
              <a:t>n</a:t>
            </a:r>
            <a:r>
              <a:rPr lang="en-US" sz="2400" spc="-30" dirty="0">
                <a:latin typeface="Trebuchet MS"/>
                <a:cs typeface="Trebuchet MS"/>
              </a:rPr>
              <a:t> </a:t>
            </a:r>
            <a:r>
              <a:rPr lang="en-US" sz="2400" spc="-60" dirty="0">
                <a:latin typeface="Trebuchet MS"/>
                <a:cs typeface="Trebuchet MS"/>
              </a:rPr>
              <a:t>3</a:t>
            </a:r>
            <a:r>
              <a:rPr lang="en-US" sz="2400" spc="-395" dirty="0">
                <a:latin typeface="Trebuchet MS"/>
                <a:cs typeface="Trebuchet MS"/>
              </a:rPr>
              <a:t>.</a:t>
            </a:r>
            <a:r>
              <a:rPr lang="en-US" sz="2400" spc="-65" dirty="0">
                <a:latin typeface="Trebuchet MS"/>
                <a:cs typeface="Trebuchet MS"/>
              </a:rPr>
              <a:t>0</a:t>
            </a:r>
            <a:r>
              <a:rPr lang="en-US" sz="2400" spc="-35" dirty="0">
                <a:latin typeface="Trebuchet MS"/>
                <a:cs typeface="Trebuchet MS"/>
              </a:rPr>
              <a:t> </a:t>
            </a:r>
            <a:r>
              <a:rPr lang="en-US" sz="2400" spc="-114" dirty="0">
                <a:latin typeface="Trebuchet MS"/>
                <a:cs typeface="Trebuchet MS"/>
              </a:rPr>
              <a:t>-</a:t>
            </a:r>
            <a:r>
              <a:rPr lang="en-US" sz="2400" dirty="0">
                <a:latin typeface="Trebuchet MS"/>
                <a:cs typeface="Trebuchet MS"/>
              </a:rPr>
              <a:t>	</a:t>
            </a:r>
            <a:r>
              <a:rPr lang="en-US" sz="2400" spc="-65" dirty="0">
                <a:latin typeface="Trebuchet MS"/>
                <a:cs typeface="Trebuchet MS"/>
              </a:rPr>
              <a:t>2008</a:t>
            </a:r>
            <a:r>
              <a:rPr lang="en-US" sz="2400" spc="-30" dirty="0">
                <a:latin typeface="Trebuchet MS"/>
                <a:cs typeface="Trebuchet MS"/>
              </a:rPr>
              <a:t> </a:t>
            </a:r>
            <a:r>
              <a:rPr lang="en-US" sz="2400" spc="-100" dirty="0">
                <a:latin typeface="Trebuchet MS"/>
                <a:cs typeface="Trebuchet MS"/>
              </a:rPr>
              <a:t>(</a:t>
            </a:r>
            <a:r>
              <a:rPr lang="en-US" sz="2400" i="1" spc="-160" dirty="0">
                <a:latin typeface="Trebuchet MS"/>
                <a:cs typeface="Trebuchet MS"/>
              </a:rPr>
              <a:t>Py</a:t>
            </a:r>
            <a:r>
              <a:rPr lang="en-US" sz="2400" i="1" spc="-90" dirty="0">
                <a:latin typeface="Trebuchet MS"/>
                <a:cs typeface="Trebuchet MS"/>
              </a:rPr>
              <a:t>thon</a:t>
            </a:r>
            <a:r>
              <a:rPr lang="en-US" sz="2400" i="1" spc="-25" dirty="0">
                <a:latin typeface="Trebuchet MS"/>
                <a:cs typeface="Trebuchet MS"/>
              </a:rPr>
              <a:t> </a:t>
            </a:r>
            <a:r>
              <a:rPr lang="en-US" sz="2400" i="1" spc="-60" dirty="0">
                <a:latin typeface="Trebuchet MS"/>
                <a:cs typeface="Trebuchet MS"/>
              </a:rPr>
              <a:t>3</a:t>
            </a:r>
            <a:r>
              <a:rPr lang="en-US" sz="2400" i="1" spc="-390" dirty="0">
                <a:latin typeface="Trebuchet MS"/>
                <a:cs typeface="Trebuchet MS"/>
              </a:rPr>
              <a:t>.</a:t>
            </a:r>
            <a:r>
              <a:rPr lang="en-US" sz="2400" i="1" spc="-65" dirty="0">
                <a:latin typeface="Trebuchet MS"/>
                <a:cs typeface="Trebuchet MS"/>
              </a:rPr>
              <a:t>13 </a:t>
            </a:r>
            <a:r>
              <a:rPr lang="en-US" sz="2400" i="1" spc="-165" dirty="0">
                <a:latin typeface="Trebuchet MS"/>
                <a:cs typeface="Trebuchet MS"/>
              </a:rPr>
              <a:t>latest)</a:t>
            </a:r>
            <a:endParaRPr lang="en-US" sz="2400" i="1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74179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15</a:t>
            </a:fld>
            <a:endParaRPr lang="en-US" spc="-30" dirty="0"/>
          </a:p>
        </p:txBody>
      </p:sp>
      <p:sp>
        <p:nvSpPr>
          <p:cNvPr id="7" name="Rectangle 6"/>
          <p:cNvSpPr/>
          <p:nvPr/>
        </p:nvSpPr>
        <p:spPr>
          <a:xfrm>
            <a:off x="228600" y="1219200"/>
            <a:ext cx="6096000" cy="320087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AAAAAC+EuphemiaUCAS-Bold"/>
              </a:rPr>
              <a:t>Benefits of using PYTHON </a:t>
            </a:r>
            <a:endParaRPr lang="en-US" sz="2000" b="1" dirty="0" smtClean="0">
              <a:solidFill>
                <a:srgbClr val="000000"/>
              </a:solidFill>
              <a:latin typeface="AAAAAC+EuphemiaUCAS-Bold"/>
            </a:endParaRPr>
          </a:p>
          <a:p>
            <a:endParaRPr lang="en-US" sz="2000" b="1" dirty="0">
              <a:solidFill>
                <a:srgbClr val="000000"/>
              </a:solidFill>
              <a:latin typeface="AAAAAC+EuphemiaUCAS-Bold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Easy-to-learn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Easy-to-read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Easy-to-maintain (</a:t>
            </a:r>
            <a:r>
              <a:rPr lang="en-US" b="1" dirty="0">
                <a:solidFill>
                  <a:srgbClr val="000000"/>
                </a:solidFill>
                <a:latin typeface="AAAAAE+Helvetica-Bold"/>
              </a:rPr>
              <a:t>to update over time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)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Robust (</a:t>
            </a:r>
            <a:r>
              <a:rPr lang="en-US" b="1" dirty="0">
                <a:solidFill>
                  <a:srgbClr val="000000"/>
                </a:solidFill>
                <a:latin typeface="AAAAAE+Helvetica-Bold"/>
              </a:rPr>
              <a:t>can handle big tasks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)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Case Sensitive Language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 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Effective as a Rapid Prototyping Tool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A Memory Manager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 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Interpreted and (Byte-) Compiled language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>
                <a:solidFill>
                  <a:srgbClr val="000000"/>
                </a:solidFill>
                <a:latin typeface="AAAAAB+Helvetica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 (</a:t>
            </a:r>
            <a:r>
              <a:rPr lang="en-US" b="1" dirty="0" smtClean="0">
                <a:solidFill>
                  <a:srgbClr val="000000"/>
                </a:solidFill>
                <a:latin typeface="AAAAAE+Helvetica-Bold"/>
              </a:rPr>
              <a:t>does </a:t>
            </a:r>
            <a:r>
              <a:rPr lang="en-US" b="1" dirty="0">
                <a:solidFill>
                  <a:srgbClr val="000000"/>
                </a:solidFill>
                <a:latin typeface="AAAAAE+Helvetica-Bold"/>
              </a:rPr>
              <a:t>not require fully compilation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) 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6324600" y="1228436"/>
            <a:ext cx="6096000" cy="264687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AAAAAC+EuphemiaUCAS-Bold"/>
              </a:rPr>
              <a:t>Challenges in using </a:t>
            </a:r>
            <a:r>
              <a:rPr lang="en-US" sz="2000" b="1" dirty="0" smtClean="0">
                <a:solidFill>
                  <a:srgbClr val="000000"/>
                </a:solidFill>
                <a:latin typeface="AAAAAC+EuphemiaUCAS-Bold"/>
              </a:rPr>
              <a:t>PYTHON</a:t>
            </a:r>
          </a:p>
          <a:p>
            <a:r>
              <a:rPr lang="en-US" sz="2000" b="1" dirty="0" smtClean="0">
                <a:solidFill>
                  <a:srgbClr val="000000"/>
                </a:solidFill>
                <a:latin typeface="AAAAAC+EuphemiaUCAS-Bold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 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Python is evolving continuously.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Not a great choice for a high-graphic 3d games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>
                <a:solidFill>
                  <a:srgbClr val="000000"/>
                </a:solidFill>
                <a:latin typeface="AAAAAB+Helvetica"/>
              </a:rPr>
              <a:t> </a:t>
            </a:r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AAAAAE+Helvetica-Bold"/>
              </a:rPr>
              <a:t>C++ performs better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)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Memory Consumption.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Database Access is not the fastest.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Runtime Errors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b="1" dirty="0">
                <a:solidFill>
                  <a:srgbClr val="000000"/>
                </a:solidFill>
                <a:latin typeface="AAAAAB+Helvetica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AAAAAB+Helvetica"/>
              </a:rPr>
              <a:t> </a:t>
            </a:r>
            <a:r>
              <a:rPr lang="en-US" b="1" dirty="0" smtClean="0">
                <a:solidFill>
                  <a:srgbClr val="000000"/>
                </a:solidFill>
                <a:latin typeface="AAAAAE+Helvetica-Bold"/>
              </a:rPr>
              <a:t>(</a:t>
            </a:r>
            <a:r>
              <a:rPr lang="en-US" b="1" dirty="0">
                <a:solidFill>
                  <a:srgbClr val="000000"/>
                </a:solidFill>
                <a:latin typeface="AAAAAE+Helvetica-Bold"/>
              </a:rPr>
              <a:t>typo errors can pop up at run-time).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2741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0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16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5" y="351285"/>
            <a:ext cx="619696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215" dirty="0">
                <a:solidFill>
                  <a:srgbClr val="0A5293"/>
                </a:solidFill>
                <a:latin typeface="Trebuchet MS"/>
                <a:cs typeface="Trebuchet MS"/>
              </a:rPr>
              <a:t>Advantages</a:t>
            </a:r>
            <a:r>
              <a:rPr sz="4400" b="0" spc="-15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29" dirty="0">
                <a:solidFill>
                  <a:srgbClr val="0A5293"/>
                </a:solidFill>
                <a:latin typeface="Trebuchet MS"/>
                <a:cs typeface="Trebuchet MS"/>
              </a:rPr>
              <a:t>of</a:t>
            </a:r>
            <a:r>
              <a:rPr sz="4400" b="0" spc="-10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25" dirty="0">
                <a:solidFill>
                  <a:srgbClr val="0A5293"/>
                </a:solidFill>
                <a:latin typeface="Trebuchet MS"/>
                <a:cs typeface="Trebuchet MS"/>
              </a:rPr>
              <a:t>using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40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75" dirty="0">
                <a:solidFill>
                  <a:srgbClr val="0A5293"/>
                </a:solidFill>
                <a:latin typeface="Trebuchet MS"/>
                <a:cs typeface="Trebuchet MS"/>
              </a:rPr>
              <a:t>ython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0" y="1554228"/>
            <a:ext cx="8684260" cy="3673953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5080" indent="-229235" algn="just">
              <a:lnSpc>
                <a:spcPct val="90000"/>
              </a:lnSpc>
              <a:spcBef>
                <a:spcPts val="484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2400" spc="-130" dirty="0">
                <a:latin typeface="Trebuchet MS"/>
                <a:cs typeface="Trebuchet MS"/>
              </a:rPr>
              <a:t>Python</a:t>
            </a:r>
            <a:r>
              <a:rPr sz="2400" spc="-125" dirty="0">
                <a:latin typeface="Trebuchet MS"/>
                <a:cs typeface="Trebuchet MS"/>
              </a:rPr>
              <a:t> </a:t>
            </a:r>
            <a:r>
              <a:rPr sz="2400" spc="-175" dirty="0">
                <a:latin typeface="Trebuchet MS"/>
                <a:cs typeface="Trebuchet MS"/>
              </a:rPr>
              <a:t>has</a:t>
            </a:r>
            <a:r>
              <a:rPr sz="2400" spc="-170" dirty="0">
                <a:latin typeface="Trebuchet MS"/>
                <a:cs typeface="Trebuchet MS"/>
              </a:rPr>
              <a:t> </a:t>
            </a:r>
            <a:r>
              <a:rPr sz="2400" spc="-185" dirty="0">
                <a:latin typeface="Trebuchet MS"/>
                <a:cs typeface="Trebuchet MS"/>
              </a:rPr>
              <a:t>several</a:t>
            </a:r>
            <a:r>
              <a:rPr sz="2400" spc="-180" dirty="0">
                <a:latin typeface="Trebuchet MS"/>
                <a:cs typeface="Trebuchet MS"/>
              </a:rPr>
              <a:t> </a:t>
            </a:r>
            <a:r>
              <a:rPr sz="2400" spc="-204" dirty="0">
                <a:latin typeface="Trebuchet MS"/>
                <a:cs typeface="Trebuchet MS"/>
              </a:rPr>
              <a:t>features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20" dirty="0">
                <a:latin typeface="Trebuchet MS"/>
                <a:cs typeface="Trebuchet MS"/>
              </a:rPr>
              <a:t>that </a:t>
            </a:r>
            <a:r>
              <a:rPr sz="2400" spc="-215" dirty="0">
                <a:latin typeface="Trebuchet MS"/>
                <a:cs typeface="Trebuchet MS"/>
              </a:rPr>
              <a:t> </a:t>
            </a:r>
            <a:r>
              <a:rPr sz="2400" spc="-225" dirty="0">
                <a:latin typeface="Trebuchet MS"/>
                <a:cs typeface="Trebuchet MS"/>
              </a:rPr>
              <a:t>make</a:t>
            </a:r>
            <a:r>
              <a:rPr sz="2400" spc="-220" dirty="0">
                <a:latin typeface="Trebuchet MS"/>
                <a:cs typeface="Trebuchet MS"/>
              </a:rPr>
              <a:t> </a:t>
            </a:r>
            <a:r>
              <a:rPr sz="2400" spc="-204" dirty="0">
                <a:latin typeface="Trebuchet MS"/>
                <a:cs typeface="Trebuchet MS"/>
              </a:rPr>
              <a:t>it</a:t>
            </a:r>
            <a:r>
              <a:rPr sz="2400" spc="-200" dirty="0">
                <a:latin typeface="Trebuchet MS"/>
                <a:cs typeface="Trebuchet MS"/>
              </a:rPr>
              <a:t> </a:t>
            </a:r>
            <a:r>
              <a:rPr sz="2400" spc="-215" dirty="0">
                <a:latin typeface="Trebuchet MS"/>
                <a:cs typeface="Trebuchet MS"/>
              </a:rPr>
              <a:t>well</a:t>
            </a:r>
            <a:r>
              <a:rPr sz="2400" spc="535" dirty="0">
                <a:latin typeface="Trebuchet MS"/>
                <a:cs typeface="Trebuchet MS"/>
              </a:rPr>
              <a:t> </a:t>
            </a:r>
            <a:r>
              <a:rPr sz="2400" spc="-165" dirty="0">
                <a:latin typeface="Trebuchet MS"/>
                <a:cs typeface="Trebuchet MS"/>
              </a:rPr>
              <a:t>suited</a:t>
            </a:r>
            <a:r>
              <a:rPr sz="2400" spc="635" dirty="0">
                <a:latin typeface="Trebuchet MS"/>
                <a:cs typeface="Trebuchet MS"/>
              </a:rPr>
              <a:t> </a:t>
            </a:r>
            <a:r>
              <a:rPr sz="2400" spc="-120" dirty="0">
                <a:latin typeface="Trebuchet MS"/>
                <a:cs typeface="Trebuchet MS"/>
              </a:rPr>
              <a:t>for</a:t>
            </a:r>
            <a:r>
              <a:rPr sz="2400" spc="-114" dirty="0">
                <a:latin typeface="Trebuchet MS"/>
                <a:cs typeface="Trebuchet MS"/>
              </a:rPr>
              <a:t> </a:t>
            </a:r>
            <a:r>
              <a:rPr sz="2400" spc="-250" dirty="0">
                <a:latin typeface="Trebuchet MS"/>
                <a:cs typeface="Trebuchet MS"/>
              </a:rPr>
              <a:t>data </a:t>
            </a:r>
            <a:r>
              <a:rPr sz="2400" spc="-245" dirty="0">
                <a:latin typeface="Trebuchet MS"/>
                <a:cs typeface="Trebuchet MS"/>
              </a:rPr>
              <a:t> </a:t>
            </a:r>
            <a:r>
              <a:rPr sz="2400" spc="-175" dirty="0" smtClean="0">
                <a:latin typeface="Trebuchet MS"/>
                <a:cs typeface="Trebuchet MS"/>
              </a:rPr>
              <a:t>science</a:t>
            </a:r>
            <a:endParaRPr lang="en-US" sz="2400" spc="-175" dirty="0" smtClean="0">
              <a:latin typeface="Trebuchet MS"/>
              <a:cs typeface="Trebuchet MS"/>
            </a:endParaRPr>
          </a:p>
          <a:p>
            <a:pPr marL="241300" marR="6350" indent="-229235">
              <a:lnSpc>
                <a:spcPts val="3460"/>
              </a:lnSpc>
              <a:spcBef>
                <a:spcPts val="53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lang="en-US" sz="2400" spc="-155" dirty="0">
                <a:latin typeface="Trebuchet MS"/>
                <a:cs typeface="Trebuchet MS"/>
              </a:rPr>
              <a:t>Syntax</a:t>
            </a:r>
            <a:r>
              <a:rPr lang="en-US" sz="2400" spc="150" dirty="0">
                <a:latin typeface="Trebuchet MS"/>
                <a:cs typeface="Trebuchet MS"/>
              </a:rPr>
              <a:t> </a:t>
            </a:r>
            <a:r>
              <a:rPr lang="en-US" sz="2400" spc="-145" dirty="0">
                <a:latin typeface="Trebuchet MS"/>
                <a:cs typeface="Trebuchet MS"/>
              </a:rPr>
              <a:t>used</a:t>
            </a:r>
            <a:r>
              <a:rPr lang="en-US" sz="2400" spc="140" dirty="0">
                <a:latin typeface="Trebuchet MS"/>
                <a:cs typeface="Trebuchet MS"/>
              </a:rPr>
              <a:t> </a:t>
            </a:r>
            <a:r>
              <a:rPr lang="en-US" sz="2400" spc="-135" dirty="0">
                <a:latin typeface="Trebuchet MS"/>
                <a:cs typeface="Trebuchet MS"/>
              </a:rPr>
              <a:t>is</a:t>
            </a:r>
            <a:r>
              <a:rPr lang="en-US" sz="2400" spc="155" dirty="0">
                <a:latin typeface="Trebuchet MS"/>
                <a:cs typeface="Trebuchet MS"/>
              </a:rPr>
              <a:t> </a:t>
            </a:r>
            <a:r>
              <a:rPr lang="en-US" sz="2400" spc="-185" dirty="0">
                <a:latin typeface="Trebuchet MS"/>
                <a:cs typeface="Trebuchet MS"/>
              </a:rPr>
              <a:t>simple</a:t>
            </a:r>
            <a:r>
              <a:rPr lang="en-US" sz="2400" spc="145" dirty="0">
                <a:latin typeface="Trebuchet MS"/>
                <a:cs typeface="Trebuchet MS"/>
              </a:rPr>
              <a:t> </a:t>
            </a:r>
            <a:r>
              <a:rPr lang="en-US" sz="2400" spc="-80" dirty="0">
                <a:latin typeface="Trebuchet MS"/>
                <a:cs typeface="Trebuchet MS"/>
              </a:rPr>
              <a:t>to</a:t>
            </a:r>
            <a:r>
              <a:rPr lang="en-US" sz="2400" spc="130" dirty="0">
                <a:latin typeface="Trebuchet MS"/>
                <a:cs typeface="Trebuchet MS"/>
              </a:rPr>
              <a:t> </a:t>
            </a:r>
            <a:r>
              <a:rPr lang="en-US" sz="2400" spc="-155" dirty="0">
                <a:latin typeface="Trebuchet MS"/>
                <a:cs typeface="Trebuchet MS"/>
              </a:rPr>
              <a:t>understand </a:t>
            </a:r>
            <a:r>
              <a:rPr lang="en-US" sz="2400" spc="-944" dirty="0">
                <a:latin typeface="Trebuchet MS"/>
                <a:cs typeface="Trebuchet MS"/>
              </a:rPr>
              <a:t> </a:t>
            </a:r>
            <a:r>
              <a:rPr lang="en-US" sz="2400" spc="-204" dirty="0">
                <a:latin typeface="Trebuchet MS"/>
                <a:cs typeface="Trebuchet MS"/>
              </a:rPr>
              <a:t>and</a:t>
            </a:r>
            <a:r>
              <a:rPr lang="en-US" sz="2400" spc="-90" dirty="0">
                <a:latin typeface="Trebuchet MS"/>
                <a:cs typeface="Trebuchet MS"/>
              </a:rPr>
              <a:t> </a:t>
            </a:r>
            <a:r>
              <a:rPr lang="en-US" sz="2400" spc="-125" dirty="0">
                <a:latin typeface="Trebuchet MS"/>
                <a:cs typeface="Trebuchet MS"/>
              </a:rPr>
              <a:t>code</a:t>
            </a:r>
            <a:endParaRPr lang="en-US" sz="2400" dirty="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ts val="3460"/>
              </a:lnSpc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lang="en-US" sz="2400" spc="-20" dirty="0">
                <a:latin typeface="Trebuchet MS"/>
                <a:cs typeface="Trebuchet MS"/>
              </a:rPr>
              <a:t>Open</a:t>
            </a:r>
            <a:r>
              <a:rPr lang="en-US" sz="2400" spc="-15" dirty="0">
                <a:latin typeface="Trebuchet MS"/>
                <a:cs typeface="Trebuchet MS"/>
              </a:rPr>
              <a:t> </a:t>
            </a:r>
            <a:r>
              <a:rPr lang="en-US" sz="2400" spc="-105" dirty="0">
                <a:latin typeface="Trebuchet MS"/>
                <a:cs typeface="Trebuchet MS"/>
              </a:rPr>
              <a:t>source</a:t>
            </a:r>
            <a:r>
              <a:rPr lang="en-US" sz="2400" spc="-100" dirty="0">
                <a:latin typeface="Trebuchet MS"/>
                <a:cs typeface="Trebuchet MS"/>
              </a:rPr>
              <a:t> </a:t>
            </a:r>
            <a:r>
              <a:rPr lang="en-US" sz="2400" spc="-210" dirty="0">
                <a:latin typeface="Trebuchet MS"/>
                <a:cs typeface="Trebuchet MS"/>
              </a:rPr>
              <a:t>and</a:t>
            </a:r>
            <a:r>
              <a:rPr lang="en-US" sz="2400" spc="-204" dirty="0">
                <a:latin typeface="Trebuchet MS"/>
                <a:cs typeface="Trebuchet MS"/>
              </a:rPr>
              <a:t> </a:t>
            </a:r>
            <a:r>
              <a:rPr lang="en-US" sz="2400" spc="-160" dirty="0">
                <a:latin typeface="Trebuchet MS"/>
                <a:cs typeface="Trebuchet MS"/>
              </a:rPr>
              <a:t>community </a:t>
            </a:r>
            <a:r>
              <a:rPr lang="en-US" sz="2400" spc="-155" dirty="0">
                <a:latin typeface="Trebuchet MS"/>
                <a:cs typeface="Trebuchet MS"/>
              </a:rPr>
              <a:t> </a:t>
            </a:r>
            <a:r>
              <a:rPr lang="en-US" sz="2400" spc="-180" dirty="0">
                <a:latin typeface="Trebuchet MS"/>
                <a:cs typeface="Trebuchet MS"/>
              </a:rPr>
              <a:t>development</a:t>
            </a:r>
            <a:endParaRPr lang="en-US" sz="2400" dirty="0">
              <a:latin typeface="Trebuchet MS"/>
              <a:cs typeface="Trebuchet MS"/>
            </a:endParaRPr>
          </a:p>
          <a:p>
            <a:pPr marL="698500" marR="8255" lvl="1" indent="-228600" algn="just">
              <a:lnSpc>
                <a:spcPct val="90000"/>
              </a:lnSpc>
              <a:spcBef>
                <a:spcPts val="47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lang="en-US" sz="2000" spc="-100" dirty="0">
                <a:latin typeface="Trebuchet MS"/>
                <a:cs typeface="Trebuchet MS"/>
              </a:rPr>
              <a:t>Developed</a:t>
            </a:r>
            <a:r>
              <a:rPr lang="en-US" sz="2000" spc="-95" dirty="0">
                <a:latin typeface="Trebuchet MS"/>
                <a:cs typeface="Trebuchet MS"/>
              </a:rPr>
              <a:t> </a:t>
            </a:r>
            <a:r>
              <a:rPr lang="en-US" sz="2000" spc="-120" dirty="0">
                <a:latin typeface="Trebuchet MS"/>
                <a:cs typeface="Trebuchet MS"/>
              </a:rPr>
              <a:t>under</a:t>
            </a:r>
            <a:r>
              <a:rPr lang="en-US" sz="2000" spc="-114" dirty="0">
                <a:latin typeface="Trebuchet MS"/>
                <a:cs typeface="Trebuchet MS"/>
              </a:rPr>
              <a:t> </a:t>
            </a:r>
            <a:r>
              <a:rPr lang="en-US" sz="2000" spc="-20" dirty="0">
                <a:latin typeface="Trebuchet MS"/>
                <a:cs typeface="Trebuchet MS"/>
              </a:rPr>
              <a:t>Open</a:t>
            </a:r>
            <a:r>
              <a:rPr lang="en-US" sz="2000" spc="-15" dirty="0">
                <a:latin typeface="Trebuchet MS"/>
                <a:cs typeface="Trebuchet MS"/>
              </a:rPr>
              <a:t> </a:t>
            </a:r>
            <a:r>
              <a:rPr lang="en-US" sz="2000" spc="-95" dirty="0">
                <a:latin typeface="Trebuchet MS"/>
                <a:cs typeface="Trebuchet MS"/>
              </a:rPr>
              <a:t>Source </a:t>
            </a:r>
            <a:r>
              <a:rPr lang="en-US" sz="2000" spc="-90" dirty="0">
                <a:latin typeface="Trebuchet MS"/>
                <a:cs typeface="Trebuchet MS"/>
              </a:rPr>
              <a:t> </a:t>
            </a:r>
            <a:r>
              <a:rPr lang="en-US" sz="2000" spc="-180" dirty="0">
                <a:latin typeface="Trebuchet MS"/>
                <a:cs typeface="Trebuchet MS"/>
              </a:rPr>
              <a:t>Initiative </a:t>
            </a:r>
            <a:r>
              <a:rPr lang="en-US" sz="2000" spc="-150" dirty="0">
                <a:latin typeface="Trebuchet MS"/>
                <a:cs typeface="Trebuchet MS"/>
              </a:rPr>
              <a:t>approved </a:t>
            </a:r>
            <a:r>
              <a:rPr lang="en-US" sz="2000" spc="-165" dirty="0">
                <a:latin typeface="Trebuchet MS"/>
                <a:cs typeface="Trebuchet MS"/>
              </a:rPr>
              <a:t>license </a:t>
            </a:r>
            <a:r>
              <a:rPr lang="en-US" sz="2000" spc="-180" dirty="0">
                <a:latin typeface="Trebuchet MS"/>
                <a:cs typeface="Trebuchet MS"/>
              </a:rPr>
              <a:t>making </a:t>
            </a:r>
            <a:r>
              <a:rPr lang="en-US" sz="2000" spc="-190" dirty="0">
                <a:latin typeface="Trebuchet MS"/>
                <a:cs typeface="Trebuchet MS"/>
              </a:rPr>
              <a:t>it </a:t>
            </a:r>
            <a:r>
              <a:rPr lang="en-US" sz="2000" spc="-185" dirty="0">
                <a:latin typeface="Trebuchet MS"/>
                <a:cs typeface="Trebuchet MS"/>
              </a:rPr>
              <a:t> </a:t>
            </a:r>
            <a:r>
              <a:rPr lang="en-US" sz="2000" spc="-190" dirty="0">
                <a:latin typeface="Trebuchet MS"/>
                <a:cs typeface="Trebuchet MS"/>
              </a:rPr>
              <a:t>free</a:t>
            </a:r>
            <a:r>
              <a:rPr lang="en-US" sz="2000" spc="465" dirty="0">
                <a:latin typeface="Trebuchet MS"/>
                <a:cs typeface="Trebuchet MS"/>
              </a:rPr>
              <a:t> </a:t>
            </a:r>
            <a:r>
              <a:rPr lang="en-US" sz="2000" spc="-70" dirty="0">
                <a:latin typeface="Trebuchet MS"/>
                <a:cs typeface="Trebuchet MS"/>
              </a:rPr>
              <a:t>to</a:t>
            </a:r>
            <a:r>
              <a:rPr lang="en-US" sz="2000" spc="-65" dirty="0">
                <a:latin typeface="Trebuchet MS"/>
                <a:cs typeface="Trebuchet MS"/>
              </a:rPr>
              <a:t> </a:t>
            </a:r>
            <a:r>
              <a:rPr lang="en-US" sz="2000" spc="-125" dirty="0">
                <a:latin typeface="Trebuchet MS"/>
                <a:cs typeface="Trebuchet MS"/>
              </a:rPr>
              <a:t>use</a:t>
            </a:r>
            <a:r>
              <a:rPr lang="en-US" sz="2000" spc="-120" dirty="0">
                <a:latin typeface="Trebuchet MS"/>
                <a:cs typeface="Trebuchet MS"/>
              </a:rPr>
              <a:t> </a:t>
            </a:r>
            <a:r>
              <a:rPr lang="en-US" sz="2000" spc="-185" dirty="0">
                <a:latin typeface="Trebuchet MS"/>
                <a:cs typeface="Trebuchet MS"/>
              </a:rPr>
              <a:t>and</a:t>
            </a:r>
            <a:r>
              <a:rPr lang="en-US" sz="2000" spc="-180" dirty="0">
                <a:latin typeface="Trebuchet MS"/>
                <a:cs typeface="Trebuchet MS"/>
              </a:rPr>
              <a:t> </a:t>
            </a:r>
            <a:r>
              <a:rPr lang="en-US" sz="2000" spc="-140" dirty="0">
                <a:latin typeface="Trebuchet MS"/>
                <a:cs typeface="Trebuchet MS"/>
              </a:rPr>
              <a:t>distribute</a:t>
            </a:r>
            <a:r>
              <a:rPr lang="en-US" sz="2000" spc="565" dirty="0">
                <a:latin typeface="Trebuchet MS"/>
                <a:cs typeface="Trebuchet MS"/>
              </a:rPr>
              <a:t> </a:t>
            </a:r>
            <a:r>
              <a:rPr lang="en-US" sz="2000" spc="-190" dirty="0">
                <a:latin typeface="Trebuchet MS"/>
                <a:cs typeface="Trebuchet MS"/>
              </a:rPr>
              <a:t>even </a:t>
            </a:r>
            <a:r>
              <a:rPr lang="en-US" sz="2000" spc="-185" dirty="0">
                <a:latin typeface="Trebuchet MS"/>
                <a:cs typeface="Trebuchet MS"/>
              </a:rPr>
              <a:t> </a:t>
            </a:r>
            <a:r>
              <a:rPr lang="en-US" sz="2000" spc="-165" dirty="0">
                <a:latin typeface="Trebuchet MS"/>
                <a:cs typeface="Trebuchet MS"/>
              </a:rPr>
              <a:t>commercially</a:t>
            </a:r>
            <a:endParaRPr lang="en-US" sz="2000" dirty="0">
              <a:latin typeface="Trebuchet MS"/>
              <a:cs typeface="Trebuchet MS"/>
            </a:endParaRPr>
          </a:p>
          <a:p>
            <a:pPr marL="241300" marR="6350" indent="-229235">
              <a:lnSpc>
                <a:spcPts val="3460"/>
              </a:lnSpc>
              <a:spcBef>
                <a:spcPts val="53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lang="en-US" sz="2400" spc="-140" dirty="0" smtClean="0">
                <a:latin typeface="Trebuchet MS"/>
                <a:cs typeface="Trebuchet MS"/>
              </a:rPr>
              <a:t>Libraries</a:t>
            </a:r>
            <a:r>
              <a:rPr lang="en-US" sz="2400" spc="450" dirty="0" smtClean="0">
                <a:latin typeface="Trebuchet MS"/>
                <a:cs typeface="Trebuchet MS"/>
              </a:rPr>
              <a:t> </a:t>
            </a:r>
            <a:r>
              <a:rPr lang="en-US" sz="2400" spc="-175" dirty="0">
                <a:latin typeface="Trebuchet MS"/>
                <a:cs typeface="Trebuchet MS"/>
              </a:rPr>
              <a:t>designed</a:t>
            </a:r>
            <a:r>
              <a:rPr lang="en-US" sz="2400" spc="445" dirty="0">
                <a:latin typeface="Trebuchet MS"/>
                <a:cs typeface="Trebuchet MS"/>
              </a:rPr>
              <a:t> </a:t>
            </a:r>
            <a:r>
              <a:rPr lang="en-US" sz="2400" spc="-114" dirty="0">
                <a:latin typeface="Trebuchet MS"/>
                <a:cs typeface="Trebuchet MS"/>
              </a:rPr>
              <a:t>for</a:t>
            </a:r>
            <a:r>
              <a:rPr lang="en-US" sz="2400" spc="440" dirty="0">
                <a:latin typeface="Trebuchet MS"/>
                <a:cs typeface="Trebuchet MS"/>
              </a:rPr>
              <a:t> </a:t>
            </a:r>
            <a:r>
              <a:rPr lang="en-US" sz="2400" spc="-204" dirty="0">
                <a:latin typeface="Trebuchet MS"/>
                <a:cs typeface="Trebuchet MS"/>
              </a:rPr>
              <a:t>specific</a:t>
            </a:r>
            <a:r>
              <a:rPr lang="en-US" sz="2400" spc="445" dirty="0">
                <a:latin typeface="Trebuchet MS"/>
                <a:cs typeface="Trebuchet MS"/>
              </a:rPr>
              <a:t> </a:t>
            </a:r>
            <a:r>
              <a:rPr lang="en-US" sz="2400" spc="-254" dirty="0">
                <a:latin typeface="Trebuchet MS"/>
                <a:cs typeface="Trebuchet MS"/>
              </a:rPr>
              <a:t>data </a:t>
            </a:r>
            <a:r>
              <a:rPr lang="en-US" sz="2400" spc="-950" dirty="0">
                <a:latin typeface="Trebuchet MS"/>
                <a:cs typeface="Trebuchet MS"/>
              </a:rPr>
              <a:t> </a:t>
            </a:r>
            <a:r>
              <a:rPr lang="en-US" sz="2400" spc="-155" dirty="0">
                <a:latin typeface="Trebuchet MS"/>
                <a:cs typeface="Trebuchet MS"/>
              </a:rPr>
              <a:t>scie</a:t>
            </a:r>
            <a:r>
              <a:rPr lang="en-US" sz="2400" spc="-185" dirty="0">
                <a:latin typeface="Trebuchet MS"/>
                <a:cs typeface="Trebuchet MS"/>
              </a:rPr>
              <a:t>n</a:t>
            </a:r>
            <a:r>
              <a:rPr lang="en-US" sz="2400" spc="-195" dirty="0">
                <a:latin typeface="Trebuchet MS"/>
                <a:cs typeface="Trebuchet MS"/>
              </a:rPr>
              <a:t>ce</a:t>
            </a:r>
            <a:r>
              <a:rPr lang="en-US" sz="2400" spc="-105" dirty="0">
                <a:latin typeface="Trebuchet MS"/>
                <a:cs typeface="Trebuchet MS"/>
              </a:rPr>
              <a:t> </a:t>
            </a:r>
            <a:r>
              <a:rPr lang="en-US" sz="2400" spc="-145" dirty="0">
                <a:latin typeface="Trebuchet MS"/>
                <a:cs typeface="Trebuchet MS"/>
              </a:rPr>
              <a:t>tasks</a:t>
            </a:r>
            <a:endParaRPr lang="en-US" sz="2400" dirty="0">
              <a:latin typeface="Trebuchet MS"/>
              <a:cs typeface="Trebuchet MS"/>
            </a:endParaRPr>
          </a:p>
          <a:p>
            <a:pPr marL="241300" marR="5080" indent="-229235">
              <a:lnSpc>
                <a:spcPts val="3460"/>
              </a:lnSpc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lang="en-US" sz="2400" spc="-80" dirty="0" smtClean="0">
                <a:latin typeface="Trebuchet MS"/>
                <a:cs typeface="Trebuchet MS"/>
              </a:rPr>
              <a:t>Combines</a:t>
            </a:r>
            <a:r>
              <a:rPr lang="en-US" sz="2400" spc="265" dirty="0" smtClean="0">
                <a:latin typeface="Trebuchet MS"/>
                <a:cs typeface="Trebuchet MS"/>
              </a:rPr>
              <a:t> </a:t>
            </a:r>
            <a:r>
              <a:rPr lang="en-US" sz="2400" spc="-210" dirty="0">
                <a:latin typeface="Trebuchet MS"/>
                <a:cs typeface="Trebuchet MS"/>
              </a:rPr>
              <a:t>well</a:t>
            </a:r>
            <a:r>
              <a:rPr lang="en-US" sz="2400" spc="260" dirty="0">
                <a:latin typeface="Trebuchet MS"/>
                <a:cs typeface="Trebuchet MS"/>
              </a:rPr>
              <a:t> </a:t>
            </a:r>
            <a:r>
              <a:rPr lang="en-US" sz="2400" spc="-165" dirty="0">
                <a:latin typeface="Trebuchet MS"/>
                <a:cs typeface="Trebuchet MS"/>
              </a:rPr>
              <a:t>with</a:t>
            </a:r>
            <a:r>
              <a:rPr lang="en-US" sz="2400" spc="260" dirty="0">
                <a:latin typeface="Trebuchet MS"/>
                <a:cs typeface="Trebuchet MS"/>
              </a:rPr>
              <a:t> </a:t>
            </a:r>
            <a:r>
              <a:rPr lang="en-US" sz="2400" spc="-195" dirty="0">
                <a:latin typeface="Trebuchet MS"/>
                <a:cs typeface="Trebuchet MS"/>
              </a:rPr>
              <a:t>majority</a:t>
            </a:r>
            <a:r>
              <a:rPr lang="en-US" sz="2400" spc="265" dirty="0">
                <a:latin typeface="Trebuchet MS"/>
                <a:cs typeface="Trebuchet MS"/>
              </a:rPr>
              <a:t> </a:t>
            </a:r>
            <a:r>
              <a:rPr lang="en-US" sz="2400" spc="-180" dirty="0">
                <a:latin typeface="Trebuchet MS"/>
                <a:cs typeface="Trebuchet MS"/>
              </a:rPr>
              <a:t>of</a:t>
            </a:r>
            <a:r>
              <a:rPr lang="en-US" sz="2400" spc="270" dirty="0">
                <a:latin typeface="Trebuchet MS"/>
                <a:cs typeface="Trebuchet MS"/>
              </a:rPr>
              <a:t> </a:t>
            </a:r>
            <a:r>
              <a:rPr lang="en-US" sz="2400" spc="-190" dirty="0">
                <a:latin typeface="Trebuchet MS"/>
                <a:cs typeface="Trebuchet MS"/>
              </a:rPr>
              <a:t>the </a:t>
            </a:r>
            <a:r>
              <a:rPr lang="en-US" sz="2400" spc="-950" dirty="0">
                <a:latin typeface="Trebuchet MS"/>
                <a:cs typeface="Trebuchet MS"/>
              </a:rPr>
              <a:t> </a:t>
            </a:r>
            <a:r>
              <a:rPr lang="en-US" sz="2400" spc="-135" dirty="0">
                <a:latin typeface="Trebuchet MS"/>
                <a:cs typeface="Trebuchet MS"/>
              </a:rPr>
              <a:t>cloud</a:t>
            </a:r>
            <a:r>
              <a:rPr lang="en-US" sz="2400" spc="-90" dirty="0">
                <a:latin typeface="Trebuchet MS"/>
                <a:cs typeface="Trebuchet MS"/>
              </a:rPr>
              <a:t> </a:t>
            </a:r>
            <a:r>
              <a:rPr lang="en-US" sz="2400" spc="-185" dirty="0">
                <a:latin typeface="Trebuchet MS"/>
                <a:cs typeface="Trebuchet MS"/>
              </a:rPr>
              <a:t>platform</a:t>
            </a:r>
            <a:r>
              <a:rPr lang="en-US" sz="2400" spc="-125" dirty="0">
                <a:latin typeface="Trebuchet MS"/>
                <a:cs typeface="Trebuchet MS"/>
              </a:rPr>
              <a:t> </a:t>
            </a:r>
            <a:r>
              <a:rPr lang="en-US" sz="2400" spc="-135" dirty="0">
                <a:latin typeface="Trebuchet MS"/>
                <a:cs typeface="Trebuchet MS"/>
              </a:rPr>
              <a:t>service</a:t>
            </a:r>
            <a:r>
              <a:rPr lang="en-US" sz="2400" spc="-90" dirty="0">
                <a:latin typeface="Trebuchet MS"/>
                <a:cs typeface="Trebuchet MS"/>
              </a:rPr>
              <a:t> </a:t>
            </a:r>
            <a:r>
              <a:rPr lang="en-US" sz="2400" spc="-114" dirty="0">
                <a:latin typeface="Trebuchet MS"/>
                <a:cs typeface="Trebuchet MS"/>
              </a:rPr>
              <a:t>providers</a:t>
            </a:r>
            <a:endParaRPr lang="en-US" sz="2400" dirty="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ct val="90000"/>
              </a:lnSpc>
              <a:spcBef>
                <a:spcPts val="484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endParaRPr sz="2400" dirty="0">
              <a:latin typeface="Trebuchet MS"/>
              <a:cs typeface="Trebuchet MS"/>
            </a:endParaRPr>
          </a:p>
          <a:p>
            <a:pPr marL="698500" marR="8255" lvl="1" indent="-228600" algn="just">
              <a:lnSpc>
                <a:spcPct val="90000"/>
              </a:lnSpc>
              <a:spcBef>
                <a:spcPts val="47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endParaRPr lang="en-US" sz="2000" spc="-165" dirty="0" smtClean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302323-5514-4210-B56F-1AAE52E28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7650" y="180975"/>
            <a:ext cx="11830050" cy="6600825"/>
          </a:xfrm>
        </p:spPr>
        <p:txBody>
          <a:bodyPr>
            <a:normAutofit/>
          </a:bodyPr>
          <a:lstStyle/>
          <a:p>
            <a:r>
              <a:rPr lang="en-US" sz="3600" b="1" u="sng" dirty="0">
                <a:solidFill>
                  <a:srgbClr val="FF0000"/>
                </a:solidFill>
              </a:rPr>
              <a:t>Python</a:t>
            </a:r>
          </a:p>
          <a:p>
            <a:endParaRPr lang="en-US" sz="3200" b="1" u="sng" dirty="0">
              <a:solidFill>
                <a:srgbClr val="FF0000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/>
              <a:t>Big companies like Google, NASA, Netflix, Instagram, and Spotify use Python for various tasks because it is versatile and reliable.</a:t>
            </a: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571500" indent="-571500" algn="l">
              <a:buFont typeface="Arial" panose="020B0604020202020204" pitchFamily="34" charset="0"/>
              <a:buChar char="•"/>
            </a:pPr>
            <a:r>
              <a:rPr lang="en-US" sz="3200" dirty="0"/>
              <a:t>You can install Python from python.org or use online platforms such as Google </a:t>
            </a:r>
            <a:r>
              <a:rPr lang="en-US" sz="3200" dirty="0" err="1"/>
              <a:t>Colab</a:t>
            </a:r>
            <a:r>
              <a:rPr lang="en-US" sz="3200" dirty="0"/>
              <a:t>. There are other </a:t>
            </a:r>
            <a:r>
              <a:rPr lang="en-US" sz="3200" dirty="0" smtClean="0"/>
              <a:t>IDEs such as </a:t>
            </a:r>
            <a:r>
              <a:rPr lang="en-US" sz="3200" dirty="0"/>
              <a:t>VS Code, or PyCharm to write Python code.</a:t>
            </a:r>
          </a:p>
        </p:txBody>
      </p:sp>
    </p:spTree>
    <p:extLst>
      <p:ext uri="{BB962C8B-B14F-4D97-AF65-F5344CB8AC3E}">
        <p14:creationId xmlns:p14="http://schemas.microsoft.com/office/powerpoint/2010/main" val="20079654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>
                <a:effectLst>
                  <a:outerShdw blurRad="38100" dist="38100" dir="2700000" algn="tl">
                    <a:srgbClr val="000000"/>
                  </a:outerShdw>
                </a:effectLst>
                <a:ea typeface="ＭＳ Ｐゴシック" panose="020B0600070205080204" pitchFamily="34" charset="-128"/>
              </a:rPr>
              <a:t>http://docs.python.org/</a:t>
            </a:r>
          </a:p>
        </p:txBody>
      </p:sp>
      <p:pic>
        <p:nvPicPr>
          <p:cNvPr id="22531" name="Picture 4" descr="Picture 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1044576"/>
            <a:ext cx="8153400" cy="604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94594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19</a:t>
            </a:fld>
            <a:endParaRPr lang="en-US" spc="-3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34636"/>
            <a:ext cx="9053345" cy="38712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42190"/>
          <a:stretch/>
        </p:blipFill>
        <p:spPr>
          <a:xfrm>
            <a:off x="1143000" y="3537907"/>
            <a:ext cx="9053345" cy="323806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40097" y="3170884"/>
            <a:ext cx="43717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https://www.python.org/downloads/</a:t>
            </a:r>
          </a:p>
        </p:txBody>
      </p:sp>
    </p:spTree>
    <p:extLst>
      <p:ext uri="{BB962C8B-B14F-4D97-AF65-F5344CB8AC3E}">
        <p14:creationId xmlns:p14="http://schemas.microsoft.com/office/powerpoint/2010/main" val="225274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20</a:t>
            </a:fld>
            <a:endParaRPr lang="en-US" spc="-3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1069"/>
          <a:stretch/>
        </p:blipFill>
        <p:spPr>
          <a:xfrm>
            <a:off x="990600" y="1600200"/>
            <a:ext cx="8382000" cy="4119649"/>
          </a:xfrm>
          <a:prstGeom prst="rect">
            <a:avLst/>
          </a:prstGeom>
        </p:spPr>
      </p:pic>
      <p:sp>
        <p:nvSpPr>
          <p:cNvPr id="5" name="object 2"/>
          <p:cNvSpPr txBox="1">
            <a:spLocks/>
          </p:cNvSpPr>
          <p:nvPr/>
        </p:nvSpPr>
        <p:spPr>
          <a:xfrm>
            <a:off x="339955" y="664399"/>
            <a:ext cx="11090045" cy="70596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lang="en-US" sz="4400" b="0" spc="-240" dirty="0" smtClean="0">
                <a:solidFill>
                  <a:srgbClr val="0A5293"/>
                </a:solidFill>
                <a:latin typeface="Trebuchet MS"/>
                <a:cs typeface="Trebuchet MS"/>
              </a:rPr>
              <a:t>Working in Python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347093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>
                <a:solidFill>
                  <a:schemeClr val="accent4">
                    <a:lumMod val="75000"/>
                  </a:schemeClr>
                </a:solidFill>
              </a:rPr>
              <a:t>Python Environment</a:t>
            </a:r>
            <a:endParaRPr lang="en-US" altLang="en-US" dirty="0" smtClean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219" name="Content Placeholder 2"/>
          <p:cNvSpPr>
            <a:spLocks noGrp="1"/>
          </p:cNvSpPr>
          <p:nvPr>
            <p:ph idx="1"/>
          </p:nvPr>
        </p:nvSpPr>
        <p:spPr>
          <a:xfrm>
            <a:off x="2133600" y="1295400"/>
            <a:ext cx="8153400" cy="4876800"/>
          </a:xfrm>
        </p:spPr>
        <p:txBody>
          <a:bodyPr>
            <a:normAutofit lnSpcReduction="10000"/>
          </a:bodyPr>
          <a:lstStyle/>
          <a:p>
            <a:r>
              <a:rPr lang="en-US" altLang="en-US" sz="1800" dirty="0"/>
              <a:t>Unix (Solaris, Linux, FreeBSD, AIX, HP/UX, SunOS, IRIX etc.)</a:t>
            </a:r>
          </a:p>
          <a:p>
            <a:r>
              <a:rPr lang="en-US" altLang="en-US" sz="1800" dirty="0"/>
              <a:t>Win 9x/NT/2000</a:t>
            </a:r>
          </a:p>
          <a:p>
            <a:r>
              <a:rPr lang="en-US" altLang="en-US" sz="1800" dirty="0"/>
              <a:t>Macintosh (PPC, 68K)</a:t>
            </a:r>
          </a:p>
          <a:p>
            <a:r>
              <a:rPr lang="en-US" altLang="en-US" sz="1800" dirty="0"/>
              <a:t>OS/2</a:t>
            </a:r>
          </a:p>
          <a:p>
            <a:r>
              <a:rPr lang="en-US" altLang="en-US" sz="1800" dirty="0"/>
              <a:t>DOS (multiple versions)</a:t>
            </a:r>
          </a:p>
          <a:p>
            <a:r>
              <a:rPr lang="en-US" altLang="en-US" sz="1800" dirty="0" err="1"/>
              <a:t>PalmOS</a:t>
            </a:r>
            <a:endParaRPr lang="en-US" altLang="en-US" sz="1800" dirty="0"/>
          </a:p>
          <a:p>
            <a:r>
              <a:rPr lang="en-US" altLang="en-US" sz="1800" dirty="0"/>
              <a:t>Nokia mobile phones</a:t>
            </a:r>
          </a:p>
          <a:p>
            <a:r>
              <a:rPr lang="en-US" altLang="en-US" sz="1800" dirty="0"/>
              <a:t>Windows CE</a:t>
            </a:r>
          </a:p>
          <a:p>
            <a:r>
              <a:rPr lang="en-US" altLang="en-US" sz="1800" dirty="0"/>
              <a:t>Acorn/RISC OS</a:t>
            </a:r>
          </a:p>
          <a:p>
            <a:r>
              <a:rPr lang="en-US" altLang="en-US" sz="1800" dirty="0"/>
              <a:t>BeOS</a:t>
            </a:r>
          </a:p>
          <a:p>
            <a:r>
              <a:rPr lang="en-US" altLang="en-US" sz="1800" dirty="0"/>
              <a:t>Amiga</a:t>
            </a:r>
          </a:p>
          <a:p>
            <a:r>
              <a:rPr lang="en-US" altLang="en-US" sz="1800" dirty="0"/>
              <a:t>VMS/OpenVMS</a:t>
            </a:r>
          </a:p>
          <a:p>
            <a:r>
              <a:rPr lang="en-US" altLang="en-US" sz="1800" dirty="0"/>
              <a:t>QNX</a:t>
            </a:r>
          </a:p>
          <a:p>
            <a:r>
              <a:rPr lang="en-US" altLang="en-US" sz="1800" dirty="0"/>
              <a:t>VxWorks</a:t>
            </a:r>
          </a:p>
          <a:p>
            <a:r>
              <a:rPr lang="en-US" altLang="en-US" sz="1800" dirty="0" smtClean="0"/>
              <a:t>Psion</a:t>
            </a:r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045010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0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22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5" y="664399"/>
            <a:ext cx="11090045" cy="70596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sz="4400" b="0" spc="-240" dirty="0">
                <a:solidFill>
                  <a:srgbClr val="0A5293"/>
                </a:solidFill>
                <a:latin typeface="Trebuchet MS"/>
                <a:cs typeface="Trebuchet MS"/>
              </a:rPr>
              <a:t>Integrated</a:t>
            </a: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50" dirty="0">
                <a:solidFill>
                  <a:srgbClr val="0A5293"/>
                </a:solidFill>
                <a:latin typeface="Trebuchet MS"/>
                <a:cs typeface="Trebuchet MS"/>
              </a:rPr>
              <a:t>d</a:t>
            </a:r>
            <a:r>
              <a:rPr sz="4400" b="0" spc="-320" dirty="0">
                <a:solidFill>
                  <a:srgbClr val="0A5293"/>
                </a:solidFill>
                <a:latin typeface="Trebuchet MS"/>
                <a:cs typeface="Trebuchet MS"/>
              </a:rPr>
              <a:t>e</a:t>
            </a:r>
            <a:r>
              <a:rPr sz="4400" b="0" spc="-310" dirty="0">
                <a:solidFill>
                  <a:srgbClr val="0A5293"/>
                </a:solidFill>
                <a:latin typeface="Trebuchet MS"/>
                <a:cs typeface="Trebuchet MS"/>
              </a:rPr>
              <a:t>v</a:t>
            </a:r>
            <a:r>
              <a:rPr sz="4400" b="0" spc="-210" dirty="0">
                <a:solidFill>
                  <a:srgbClr val="0A5293"/>
                </a:solidFill>
                <a:latin typeface="Trebuchet MS"/>
                <a:cs typeface="Trebuchet MS"/>
              </a:rPr>
              <a:t>elopment  </a:t>
            </a:r>
            <a:r>
              <a:rPr sz="4400" b="0" spc="-250" dirty="0">
                <a:solidFill>
                  <a:srgbClr val="0A5293"/>
                </a:solidFill>
                <a:latin typeface="Trebuchet MS"/>
                <a:cs typeface="Trebuchet MS"/>
              </a:rPr>
              <a:t>e</a:t>
            </a:r>
            <a:r>
              <a:rPr sz="4400" b="0" spc="-315" dirty="0">
                <a:solidFill>
                  <a:srgbClr val="0A5293"/>
                </a:solidFill>
                <a:latin typeface="Trebuchet MS"/>
                <a:cs typeface="Trebuchet MS"/>
              </a:rPr>
              <a:t>n</a:t>
            </a:r>
            <a:r>
              <a:rPr sz="4400" b="0" spc="-260" dirty="0">
                <a:solidFill>
                  <a:srgbClr val="0A5293"/>
                </a:solidFill>
                <a:latin typeface="Trebuchet MS"/>
                <a:cs typeface="Trebuchet MS"/>
              </a:rPr>
              <a:t>vi</a:t>
            </a:r>
            <a:r>
              <a:rPr sz="4400" b="0" spc="-85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400" b="0" spc="-195" dirty="0">
                <a:solidFill>
                  <a:srgbClr val="0A5293"/>
                </a:solidFill>
                <a:latin typeface="Trebuchet MS"/>
                <a:cs typeface="Trebuchet MS"/>
              </a:rPr>
              <a:t>onment</a:t>
            </a:r>
            <a:r>
              <a:rPr sz="4400" b="0" spc="-13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0" dirty="0">
                <a:solidFill>
                  <a:srgbClr val="0A5293"/>
                </a:solidFill>
                <a:latin typeface="Trebuchet MS"/>
                <a:cs typeface="Trebuchet MS"/>
              </a:rPr>
              <a:t>(IDE)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66800" y="2286000"/>
            <a:ext cx="10058400" cy="2466443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241300" marR="46355" indent="-229235" algn="just">
              <a:lnSpc>
                <a:spcPct val="90000"/>
              </a:lnSpc>
              <a:spcBef>
                <a:spcPts val="484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2800" spc="-160" dirty="0">
                <a:latin typeface="Trebuchet MS"/>
                <a:cs typeface="Trebuchet MS"/>
              </a:rPr>
              <a:t>Software </a:t>
            </a:r>
            <a:r>
              <a:rPr sz="2800" spc="-204" dirty="0">
                <a:latin typeface="Trebuchet MS"/>
                <a:cs typeface="Trebuchet MS"/>
              </a:rPr>
              <a:t>application </a:t>
            </a:r>
            <a:r>
              <a:rPr sz="2800" spc="-145" dirty="0">
                <a:latin typeface="Trebuchet MS"/>
                <a:cs typeface="Trebuchet MS"/>
              </a:rPr>
              <a:t>consisting </a:t>
            </a:r>
            <a:r>
              <a:rPr sz="2800" spc="-170" dirty="0">
                <a:latin typeface="Trebuchet MS"/>
                <a:cs typeface="Trebuchet MS"/>
              </a:rPr>
              <a:t>of </a:t>
            </a:r>
            <a:r>
              <a:rPr sz="2800" spc="-315" dirty="0">
                <a:latin typeface="Trebuchet MS"/>
                <a:cs typeface="Trebuchet MS"/>
              </a:rPr>
              <a:t>a </a:t>
            </a:r>
            <a:r>
              <a:rPr sz="2800" spc="-31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cohesive </a:t>
            </a:r>
            <a:r>
              <a:rPr sz="2800" spc="-180" dirty="0">
                <a:latin typeface="Trebuchet MS"/>
                <a:cs typeface="Trebuchet MS"/>
              </a:rPr>
              <a:t>unit </a:t>
            </a:r>
            <a:r>
              <a:rPr sz="2800" spc="-170" dirty="0">
                <a:latin typeface="Trebuchet MS"/>
                <a:cs typeface="Trebuchet MS"/>
              </a:rPr>
              <a:t>of </a:t>
            </a:r>
            <a:r>
              <a:rPr sz="2800" spc="-90" dirty="0">
                <a:latin typeface="Trebuchet MS"/>
                <a:cs typeface="Trebuchet MS"/>
              </a:rPr>
              <a:t>tools </a:t>
            </a:r>
            <a:r>
              <a:rPr sz="2800" spc="-150" dirty="0">
                <a:latin typeface="Trebuchet MS"/>
                <a:cs typeface="Trebuchet MS"/>
              </a:rPr>
              <a:t>required </a:t>
            </a:r>
            <a:r>
              <a:rPr sz="2800" spc="-120" dirty="0">
                <a:latin typeface="Trebuchet MS"/>
                <a:cs typeface="Trebuchet MS"/>
              </a:rPr>
              <a:t>for 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development</a:t>
            </a:r>
            <a:endParaRPr sz="2800" dirty="0">
              <a:latin typeface="Trebuchet MS"/>
              <a:cs typeface="Trebuchet MS"/>
            </a:endParaRPr>
          </a:p>
          <a:p>
            <a:pPr marL="241300" marR="46355" indent="-229235" algn="just">
              <a:lnSpc>
                <a:spcPts val="3460"/>
              </a:lnSpc>
              <a:spcBef>
                <a:spcPts val="105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2800" spc="-100" dirty="0">
                <a:latin typeface="Trebuchet MS"/>
                <a:cs typeface="Trebuchet MS"/>
              </a:rPr>
              <a:t>Designed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80" dirty="0">
                <a:latin typeface="Trebuchet MS"/>
                <a:cs typeface="Trebuchet MS"/>
              </a:rPr>
              <a:t>to</a:t>
            </a:r>
            <a:r>
              <a:rPr sz="2800" spc="-75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simplify</a:t>
            </a:r>
            <a:r>
              <a:rPr sz="2800" spc="-21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software </a:t>
            </a:r>
            <a:r>
              <a:rPr sz="2800" spc="-155" dirty="0">
                <a:latin typeface="Trebuchet MS"/>
                <a:cs typeface="Trebuchet MS"/>
              </a:rPr>
              <a:t> </a:t>
            </a:r>
            <a:r>
              <a:rPr sz="2800" spc="-180" dirty="0" smtClean="0">
                <a:latin typeface="Trebuchet MS"/>
                <a:cs typeface="Trebuchet MS"/>
              </a:rPr>
              <a:t>development</a:t>
            </a:r>
            <a:endParaRPr lang="en-US" sz="2800" spc="-180" dirty="0">
              <a:latin typeface="Trebuchet MS"/>
              <a:cs typeface="Trebuchet MS"/>
            </a:endParaRPr>
          </a:p>
          <a:p>
            <a:pPr marL="241300" marR="46355" indent="-229235" algn="just">
              <a:lnSpc>
                <a:spcPts val="3460"/>
              </a:lnSpc>
              <a:spcBef>
                <a:spcPts val="105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2800" spc="-160" dirty="0" smtClean="0">
                <a:latin typeface="Trebuchet MS"/>
                <a:cs typeface="Trebuchet MS"/>
              </a:rPr>
              <a:t>Utilities </a:t>
            </a:r>
            <a:r>
              <a:rPr sz="2800" spc="-145" dirty="0">
                <a:latin typeface="Trebuchet MS"/>
                <a:cs typeface="Trebuchet MS"/>
              </a:rPr>
              <a:t>provided </a:t>
            </a:r>
            <a:r>
              <a:rPr sz="2800" spc="-195" dirty="0">
                <a:latin typeface="Trebuchet MS"/>
                <a:cs typeface="Trebuchet MS"/>
              </a:rPr>
              <a:t>by </a:t>
            </a:r>
            <a:r>
              <a:rPr sz="2800" spc="40" dirty="0">
                <a:latin typeface="Trebuchet MS"/>
                <a:cs typeface="Trebuchet MS"/>
              </a:rPr>
              <a:t>IDEs </a:t>
            </a:r>
            <a:r>
              <a:rPr sz="2800" spc="-190" dirty="0">
                <a:latin typeface="Trebuchet MS"/>
                <a:cs typeface="Trebuchet MS"/>
              </a:rPr>
              <a:t>include </a:t>
            </a:r>
            <a:r>
              <a:rPr sz="2800" spc="-185" dirty="0">
                <a:latin typeface="Trebuchet MS"/>
                <a:cs typeface="Trebuchet MS"/>
              </a:rPr>
              <a:t> </a:t>
            </a:r>
            <a:r>
              <a:rPr sz="2800" spc="-85" dirty="0">
                <a:latin typeface="Trebuchet MS"/>
                <a:cs typeface="Trebuchet MS"/>
              </a:rPr>
              <a:t>tools</a:t>
            </a:r>
            <a:r>
              <a:rPr sz="2800" spc="-80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for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260" dirty="0">
                <a:latin typeface="Trebuchet MS"/>
                <a:cs typeface="Trebuchet MS"/>
              </a:rPr>
              <a:t>managing,</a:t>
            </a:r>
            <a:r>
              <a:rPr sz="2800" spc="-254" dirty="0">
                <a:latin typeface="Trebuchet MS"/>
                <a:cs typeface="Trebuchet MS"/>
              </a:rPr>
              <a:t> </a:t>
            </a:r>
            <a:r>
              <a:rPr sz="2800" spc="-204" dirty="0">
                <a:latin typeface="Trebuchet MS"/>
                <a:cs typeface="Trebuchet MS"/>
              </a:rPr>
              <a:t>compiling, </a:t>
            </a:r>
            <a:r>
              <a:rPr sz="2800" spc="-950" dirty="0">
                <a:latin typeface="Trebuchet MS"/>
                <a:cs typeface="Trebuchet MS"/>
              </a:rPr>
              <a:t> </a:t>
            </a:r>
            <a:r>
              <a:rPr sz="2800" spc="-225" dirty="0">
                <a:latin typeface="Trebuchet MS"/>
                <a:cs typeface="Trebuchet MS"/>
              </a:rPr>
              <a:t>dep</a:t>
            </a:r>
            <a:r>
              <a:rPr sz="2800" spc="-110" dirty="0">
                <a:latin typeface="Trebuchet MS"/>
                <a:cs typeface="Trebuchet MS"/>
              </a:rPr>
              <a:t>l</a:t>
            </a:r>
            <a:r>
              <a:rPr sz="2800" spc="-15" dirty="0">
                <a:latin typeface="Trebuchet MS"/>
                <a:cs typeface="Trebuchet MS"/>
              </a:rPr>
              <a:t>o</a:t>
            </a:r>
            <a:r>
              <a:rPr sz="2800" spc="-160" dirty="0">
                <a:latin typeface="Trebuchet MS"/>
                <a:cs typeface="Trebuchet MS"/>
              </a:rPr>
              <a:t>yi</a:t>
            </a:r>
            <a:r>
              <a:rPr sz="2800" spc="-215" dirty="0">
                <a:latin typeface="Trebuchet MS"/>
                <a:cs typeface="Trebuchet MS"/>
              </a:rPr>
              <a:t>n</a:t>
            </a:r>
            <a:r>
              <a:rPr sz="2800" spc="-240" dirty="0">
                <a:latin typeface="Trebuchet MS"/>
                <a:cs typeface="Trebuchet MS"/>
              </a:rPr>
              <a:t>g</a:t>
            </a:r>
            <a:r>
              <a:rPr sz="2800" spc="-114" dirty="0">
                <a:latin typeface="Trebuchet MS"/>
                <a:cs typeface="Trebuchet MS"/>
              </a:rPr>
              <a:t> </a:t>
            </a:r>
            <a:r>
              <a:rPr sz="2800" spc="-204" dirty="0">
                <a:latin typeface="Trebuchet MS"/>
                <a:cs typeface="Trebuchet MS"/>
              </a:rPr>
              <a:t>and</a:t>
            </a:r>
            <a:r>
              <a:rPr sz="2800" spc="-8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deb</a:t>
            </a:r>
            <a:r>
              <a:rPr sz="2800" spc="-165" dirty="0">
                <a:latin typeface="Trebuchet MS"/>
                <a:cs typeface="Trebuchet MS"/>
              </a:rPr>
              <a:t>u</a:t>
            </a:r>
            <a:r>
              <a:rPr sz="2800" spc="-200" dirty="0">
                <a:latin typeface="Trebuchet MS"/>
                <a:cs typeface="Trebuchet MS"/>
              </a:rPr>
              <a:t>ggi</a:t>
            </a:r>
            <a:r>
              <a:rPr sz="2800" spc="-240" dirty="0">
                <a:latin typeface="Trebuchet MS"/>
                <a:cs typeface="Trebuchet MS"/>
              </a:rPr>
              <a:t>ng</a:t>
            </a:r>
            <a:r>
              <a:rPr sz="2800" spc="-125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softwa</a:t>
            </a:r>
            <a:r>
              <a:rPr sz="2800" spc="-170" dirty="0">
                <a:latin typeface="Trebuchet MS"/>
                <a:cs typeface="Trebuchet MS"/>
              </a:rPr>
              <a:t>r</a:t>
            </a:r>
            <a:r>
              <a:rPr sz="2800" spc="-215" dirty="0">
                <a:latin typeface="Trebuchet MS"/>
                <a:cs typeface="Trebuchet MS"/>
              </a:rPr>
              <a:t>e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23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5"/>
            <a:ext cx="354139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325" dirty="0">
                <a:solidFill>
                  <a:srgbClr val="0A5293"/>
                </a:solidFill>
                <a:latin typeface="Trebuchet MS"/>
                <a:cs typeface="Trebuchet MS"/>
              </a:rPr>
              <a:t>F</a:t>
            </a:r>
            <a:r>
              <a:rPr sz="4400" b="0" spc="-245" dirty="0">
                <a:solidFill>
                  <a:srgbClr val="0A5293"/>
                </a:solidFill>
                <a:latin typeface="Trebuchet MS"/>
                <a:cs typeface="Trebuchet MS"/>
              </a:rPr>
              <a:t>eatu</a:t>
            </a:r>
            <a:r>
              <a:rPr sz="4400" b="0" spc="-270" dirty="0">
                <a:solidFill>
                  <a:srgbClr val="0A5293"/>
                </a:solidFill>
                <a:latin typeface="Trebuchet MS"/>
                <a:cs typeface="Trebuchet MS"/>
              </a:rPr>
              <a:t>r</a:t>
            </a:r>
            <a:r>
              <a:rPr sz="4400" b="0" spc="-190" dirty="0">
                <a:solidFill>
                  <a:srgbClr val="0A5293"/>
                </a:solidFill>
                <a:latin typeface="Trebuchet MS"/>
                <a:cs typeface="Trebuchet MS"/>
              </a:rPr>
              <a:t>es</a:t>
            </a:r>
            <a:r>
              <a:rPr sz="4400" b="0" spc="-13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29" dirty="0">
                <a:solidFill>
                  <a:srgbClr val="0A5293"/>
                </a:solidFill>
                <a:latin typeface="Trebuchet MS"/>
                <a:cs typeface="Trebuchet MS"/>
              </a:rPr>
              <a:t>of</a:t>
            </a:r>
            <a:r>
              <a:rPr sz="4400" b="0" spc="-10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105" dirty="0">
                <a:solidFill>
                  <a:srgbClr val="0A5293"/>
                </a:solidFill>
                <a:latin typeface="Trebuchet MS"/>
                <a:cs typeface="Trebuchet MS"/>
              </a:rPr>
              <a:t>IDE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2" y="1505459"/>
            <a:ext cx="10284458" cy="4196661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1300" marR="5080" indent="-229235">
              <a:spcBef>
                <a:spcPts val="844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75" dirty="0">
                <a:latin typeface="Trebuchet MS"/>
                <a:cs typeface="Trebuchet MS"/>
              </a:rPr>
              <a:t>IDE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should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cent</a:t>
            </a:r>
            <a:r>
              <a:rPr sz="3200" spc="-114" dirty="0">
                <a:latin typeface="Trebuchet MS"/>
                <a:cs typeface="Trebuchet MS"/>
              </a:rPr>
              <a:t>r</a:t>
            </a:r>
            <a:r>
              <a:rPr sz="3200" spc="-235" dirty="0">
                <a:latin typeface="Trebuchet MS"/>
                <a:cs typeface="Trebuchet MS"/>
              </a:rPr>
              <a:t>alize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th</a:t>
            </a:r>
            <a:r>
              <a:rPr sz="3200" spc="-150" dirty="0">
                <a:latin typeface="Trebuchet MS"/>
                <a:cs typeface="Trebuchet MS"/>
              </a:rPr>
              <a:t>r</a:t>
            </a:r>
            <a:r>
              <a:rPr sz="3200" spc="-215" dirty="0">
                <a:latin typeface="Trebuchet MS"/>
                <a:cs typeface="Trebuchet MS"/>
              </a:rPr>
              <a:t>ee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80" dirty="0">
                <a:latin typeface="Trebuchet MS"/>
                <a:cs typeface="Trebuchet MS"/>
              </a:rPr>
              <a:t>k</a:t>
            </a:r>
            <a:r>
              <a:rPr sz="3200" spc="-265" dirty="0">
                <a:latin typeface="Trebuchet MS"/>
                <a:cs typeface="Trebuchet MS"/>
              </a:rPr>
              <a:t>e</a:t>
            </a:r>
            <a:r>
              <a:rPr sz="3200" spc="-130" dirty="0">
                <a:latin typeface="Trebuchet MS"/>
                <a:cs typeface="Trebuchet MS"/>
              </a:rPr>
              <a:t>y  </a:t>
            </a:r>
            <a:r>
              <a:rPr sz="3200" spc="-90" dirty="0">
                <a:latin typeface="Trebuchet MS"/>
                <a:cs typeface="Trebuchet MS"/>
              </a:rPr>
              <a:t>tool</a:t>
            </a:r>
            <a:r>
              <a:rPr sz="3200" spc="-80" dirty="0">
                <a:latin typeface="Trebuchet MS"/>
                <a:cs typeface="Trebuchet MS"/>
              </a:rPr>
              <a:t>s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tha</a:t>
            </a:r>
            <a:r>
              <a:rPr sz="3200" spc="-185" dirty="0">
                <a:latin typeface="Trebuchet MS"/>
                <a:cs typeface="Trebuchet MS"/>
              </a:rPr>
              <a:t>t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420" dirty="0">
                <a:latin typeface="Trebuchet MS"/>
                <a:cs typeface="Trebuchet MS"/>
              </a:rPr>
              <a:t>f</a:t>
            </a:r>
            <a:r>
              <a:rPr sz="3200" spc="-40" dirty="0">
                <a:latin typeface="Trebuchet MS"/>
                <a:cs typeface="Trebuchet MS"/>
              </a:rPr>
              <a:t>orm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th</a:t>
            </a:r>
            <a:r>
              <a:rPr sz="3200" spc="-204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80" dirty="0">
                <a:latin typeface="Trebuchet MS"/>
                <a:cs typeface="Trebuchet MS"/>
              </a:rPr>
              <a:t>crux</a:t>
            </a:r>
            <a:r>
              <a:rPr sz="3200" spc="-105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of  </a:t>
            </a:r>
            <a:r>
              <a:rPr sz="3200" spc="-145" dirty="0">
                <a:latin typeface="Trebuchet MS"/>
                <a:cs typeface="Trebuchet MS"/>
              </a:rPr>
              <a:t>softwa</a:t>
            </a:r>
            <a:r>
              <a:rPr sz="3200" spc="-180" dirty="0">
                <a:latin typeface="Trebuchet MS"/>
                <a:cs typeface="Trebuchet MS"/>
              </a:rPr>
              <a:t>r</a:t>
            </a:r>
            <a:r>
              <a:rPr sz="3200" spc="-210" dirty="0">
                <a:latin typeface="Trebuchet MS"/>
                <a:cs typeface="Trebuchet MS"/>
              </a:rPr>
              <a:t>e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d</a:t>
            </a:r>
            <a:r>
              <a:rPr sz="3200" spc="-235" dirty="0">
                <a:latin typeface="Trebuchet MS"/>
                <a:cs typeface="Trebuchet MS"/>
              </a:rPr>
              <a:t>e</a:t>
            </a:r>
            <a:r>
              <a:rPr sz="3200" spc="-229" dirty="0">
                <a:latin typeface="Trebuchet MS"/>
                <a:cs typeface="Trebuchet MS"/>
              </a:rPr>
              <a:t>v</a:t>
            </a:r>
            <a:r>
              <a:rPr sz="3200" spc="-165" dirty="0">
                <a:latin typeface="Trebuchet MS"/>
                <a:cs typeface="Trebuchet MS"/>
              </a:rPr>
              <a:t>elopment</a:t>
            </a:r>
            <a:endParaRPr sz="3200" dirty="0">
              <a:latin typeface="Trebuchet MS"/>
              <a:cs typeface="Trebuchet MS"/>
            </a:endParaRPr>
          </a:p>
          <a:p>
            <a:pPr marL="698500" lvl="1" indent="-229235"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-95" dirty="0">
                <a:latin typeface="Trebuchet MS"/>
                <a:cs typeface="Trebuchet MS"/>
              </a:rPr>
              <a:t>Source </a:t>
            </a:r>
            <a:r>
              <a:rPr sz="2800" spc="-110" dirty="0">
                <a:latin typeface="Trebuchet MS"/>
                <a:cs typeface="Trebuchet MS"/>
              </a:rPr>
              <a:t>code</a:t>
            </a:r>
            <a:r>
              <a:rPr sz="2800" spc="-9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editor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9235"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-70" dirty="0" smtClean="0">
                <a:latin typeface="Trebuchet MS"/>
                <a:cs typeface="Trebuchet MS"/>
              </a:rPr>
              <a:t>Compiler</a:t>
            </a:r>
            <a:r>
              <a:rPr lang="en-US" sz="2800" spc="-70" dirty="0" smtClean="0">
                <a:latin typeface="Trebuchet MS"/>
                <a:cs typeface="Trebuchet MS"/>
              </a:rPr>
              <a:t>/Interpreter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9235"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-90" dirty="0">
                <a:latin typeface="Trebuchet MS"/>
                <a:cs typeface="Trebuchet MS"/>
              </a:rPr>
              <a:t>Debugger</a:t>
            </a:r>
            <a:endParaRPr sz="2800" dirty="0">
              <a:latin typeface="Trebuchet MS"/>
              <a:cs typeface="Trebuchet MS"/>
            </a:endParaRPr>
          </a:p>
          <a:p>
            <a:pPr marL="241300" indent="-229235">
              <a:spcBef>
                <a:spcPts val="229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50" dirty="0">
                <a:latin typeface="Trebuchet MS"/>
                <a:cs typeface="Trebuchet MS"/>
              </a:rPr>
              <a:t>A</a:t>
            </a:r>
            <a:r>
              <a:rPr sz="3200" spc="5" dirty="0">
                <a:latin typeface="Trebuchet MS"/>
                <a:cs typeface="Trebuchet MS"/>
              </a:rPr>
              <a:t>d</a:t>
            </a:r>
            <a:r>
              <a:rPr sz="3200" spc="-210" dirty="0">
                <a:latin typeface="Trebuchet MS"/>
                <a:cs typeface="Trebuchet MS"/>
              </a:rPr>
              <a:t>dit</a:t>
            </a:r>
            <a:r>
              <a:rPr sz="3200" spc="-135" dirty="0">
                <a:latin typeface="Trebuchet MS"/>
                <a:cs typeface="Trebuchet MS"/>
              </a:rPr>
              <a:t>i</a:t>
            </a:r>
            <a:r>
              <a:rPr sz="3200" spc="-165" dirty="0">
                <a:latin typeface="Trebuchet MS"/>
                <a:cs typeface="Trebuchet MS"/>
              </a:rPr>
              <a:t>onal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420" dirty="0">
                <a:latin typeface="Trebuchet MS"/>
                <a:cs typeface="Trebuchet MS"/>
              </a:rPr>
              <a:t>f</a:t>
            </a:r>
            <a:r>
              <a:rPr sz="3200" spc="-180" dirty="0">
                <a:latin typeface="Trebuchet MS"/>
                <a:cs typeface="Trebuchet MS"/>
              </a:rPr>
              <a:t>eatu</a:t>
            </a:r>
            <a:r>
              <a:rPr sz="3200" spc="-190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es</a:t>
            </a:r>
            <a:endParaRPr sz="3200" dirty="0">
              <a:latin typeface="Trebuchet MS"/>
              <a:cs typeface="Trebuchet MS"/>
            </a:endParaRPr>
          </a:p>
          <a:p>
            <a:pPr marL="698500" lvl="1" indent="-229235"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-114" dirty="0">
                <a:latin typeface="Trebuchet MS"/>
                <a:cs typeface="Trebuchet MS"/>
              </a:rPr>
              <a:t>Sy</a:t>
            </a:r>
            <a:r>
              <a:rPr sz="2800" spc="-125" dirty="0">
                <a:latin typeface="Trebuchet MS"/>
                <a:cs typeface="Trebuchet MS"/>
              </a:rPr>
              <a:t>n</a:t>
            </a:r>
            <a:r>
              <a:rPr sz="2800" spc="-155" dirty="0">
                <a:latin typeface="Trebuchet MS"/>
                <a:cs typeface="Trebuchet MS"/>
              </a:rPr>
              <a:t>tax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and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e</a:t>
            </a:r>
            <a:r>
              <a:rPr sz="2800" spc="-95" dirty="0">
                <a:latin typeface="Trebuchet MS"/>
                <a:cs typeface="Trebuchet MS"/>
              </a:rPr>
              <a:t>r</a:t>
            </a:r>
            <a:r>
              <a:rPr sz="2800" spc="-65" dirty="0">
                <a:latin typeface="Trebuchet MS"/>
                <a:cs typeface="Trebuchet MS"/>
              </a:rPr>
              <a:t>r</a:t>
            </a:r>
            <a:r>
              <a:rPr sz="2800" spc="25" dirty="0">
                <a:latin typeface="Trebuchet MS"/>
                <a:cs typeface="Trebuchet MS"/>
              </a:rPr>
              <a:t>or</a:t>
            </a:r>
            <a:r>
              <a:rPr sz="2800" spc="-4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highligh</a:t>
            </a:r>
            <a:r>
              <a:rPr sz="2800" spc="-160" dirty="0">
                <a:latin typeface="Trebuchet MS"/>
                <a:cs typeface="Trebuchet MS"/>
              </a:rPr>
              <a:t>t</a:t>
            </a:r>
            <a:r>
              <a:rPr sz="2800" spc="-185" dirty="0">
                <a:latin typeface="Trebuchet MS"/>
                <a:cs typeface="Trebuchet MS"/>
              </a:rPr>
              <a:t>ing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9235"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5" dirty="0">
                <a:latin typeface="Trebuchet MS"/>
                <a:cs typeface="Trebuchet MS"/>
              </a:rPr>
              <a:t>Code</a:t>
            </a:r>
            <a:r>
              <a:rPr sz="2800" spc="-105" dirty="0">
                <a:latin typeface="Trebuchet MS"/>
                <a:cs typeface="Trebuchet MS"/>
              </a:rPr>
              <a:t> </a:t>
            </a:r>
            <a:r>
              <a:rPr sz="2800" spc="-130" dirty="0">
                <a:latin typeface="Trebuchet MS"/>
                <a:cs typeface="Trebuchet MS"/>
              </a:rPr>
              <a:t>completion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9235"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-229" dirty="0">
                <a:latin typeface="Trebuchet MS"/>
                <a:cs typeface="Trebuchet MS"/>
              </a:rPr>
              <a:t>V</a:t>
            </a:r>
            <a:r>
              <a:rPr sz="2800" spc="-85" dirty="0">
                <a:latin typeface="Trebuchet MS"/>
                <a:cs typeface="Trebuchet MS"/>
              </a:rPr>
              <a:t>ersion </a:t>
            </a:r>
            <a:r>
              <a:rPr sz="2800" spc="-114" dirty="0">
                <a:latin typeface="Trebuchet MS"/>
                <a:cs typeface="Trebuchet MS"/>
              </a:rPr>
              <a:t>con</a:t>
            </a:r>
            <a:r>
              <a:rPr sz="2800" spc="-85" dirty="0">
                <a:latin typeface="Trebuchet MS"/>
                <a:cs typeface="Trebuchet MS"/>
              </a:rPr>
              <a:t>t</a:t>
            </a:r>
            <a:r>
              <a:rPr sz="2800" spc="-65" dirty="0">
                <a:latin typeface="Trebuchet MS"/>
                <a:cs typeface="Trebuchet MS"/>
              </a:rPr>
              <a:t>r</a:t>
            </a:r>
            <a:r>
              <a:rPr sz="2800" spc="-90" dirty="0">
                <a:latin typeface="Trebuchet MS"/>
                <a:cs typeface="Trebuchet MS"/>
              </a:rPr>
              <a:t>ol</a:t>
            </a:r>
            <a:endParaRPr sz="2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24</a:t>
            </a:fld>
            <a:endParaRPr lang="en-US" spc="-3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973" t="19048" r="-1973" b="-19048"/>
          <a:stretch/>
        </p:blipFill>
        <p:spPr>
          <a:xfrm>
            <a:off x="2723858" y="1939161"/>
            <a:ext cx="6744284" cy="2979678"/>
          </a:xfrm>
          <a:prstGeom prst="rect">
            <a:avLst/>
          </a:prstGeom>
        </p:spPr>
      </p:pic>
      <p:sp>
        <p:nvSpPr>
          <p:cNvPr id="5" name="object 2"/>
          <p:cNvSpPr txBox="1">
            <a:spLocks/>
          </p:cNvSpPr>
          <p:nvPr/>
        </p:nvSpPr>
        <p:spPr>
          <a:xfrm>
            <a:off x="339955" y="664399"/>
            <a:ext cx="11090045" cy="70596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lang="en-US" sz="4400" b="0" spc="-240" dirty="0" smtClean="0">
                <a:solidFill>
                  <a:srgbClr val="0A5293"/>
                </a:solidFill>
                <a:latin typeface="Trebuchet MS"/>
                <a:cs typeface="Trebuchet MS"/>
              </a:rPr>
              <a:t>Python IDE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086874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25</a:t>
            </a:fld>
            <a:endParaRPr lang="en-US" spc="-3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Libraries &amp; Toolkits in Python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5800" y="2413338"/>
            <a:ext cx="102108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000000"/>
                </a:solidFill>
                <a:latin typeface="AAAAAB+Helvetica"/>
              </a:rPr>
              <a:t>•A library is a collection of pre-combined codes that can be used iteratively to </a:t>
            </a:r>
            <a:r>
              <a:rPr lang="en-US" sz="2400" b="1" dirty="0">
                <a:solidFill>
                  <a:srgbClr val="000000"/>
                </a:solidFill>
                <a:latin typeface="AAAAAE+Helvetica-Bold"/>
              </a:rPr>
              <a:t>reduce the time required to code. </a:t>
            </a:r>
            <a:r>
              <a:rPr lang="en-US" sz="2400" dirty="0">
                <a:solidFill>
                  <a:srgbClr val="000000"/>
                </a:solidFill>
                <a:latin typeface="AAAAAB+Helvetica"/>
              </a:rPr>
              <a:t>(like ready mix masalas) </a:t>
            </a:r>
            <a:endParaRPr lang="en-US" sz="2400" dirty="0" smtClean="0">
              <a:solidFill>
                <a:srgbClr val="000000"/>
              </a:solidFill>
              <a:latin typeface="AAAAAB+Helvetica"/>
            </a:endParaRPr>
          </a:p>
          <a:p>
            <a:pPr algn="just"/>
            <a:endParaRPr lang="en-US" sz="2400" dirty="0">
              <a:solidFill>
                <a:srgbClr val="000000"/>
              </a:solidFill>
              <a:latin typeface="AAAAAB+Helvetica"/>
            </a:endParaRPr>
          </a:p>
          <a:p>
            <a:pPr algn="just"/>
            <a:r>
              <a:rPr lang="en-US" sz="2400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sz="2400" dirty="0">
                <a:solidFill>
                  <a:srgbClr val="000000"/>
                </a:solidFill>
                <a:latin typeface="AAAAAB+Helvetica"/>
              </a:rPr>
              <a:t>There are over </a:t>
            </a:r>
            <a:r>
              <a:rPr lang="en-US" sz="2400" b="1" dirty="0">
                <a:solidFill>
                  <a:srgbClr val="000000"/>
                </a:solidFill>
                <a:latin typeface="AAAAAE+Helvetica-Bold"/>
              </a:rPr>
              <a:t>137,000 python libraries present today</a:t>
            </a:r>
            <a:r>
              <a:rPr lang="en-US" sz="2400" dirty="0">
                <a:solidFill>
                  <a:srgbClr val="000000"/>
                </a:solidFill>
                <a:latin typeface="AAAAAB+Helvetica"/>
              </a:rPr>
              <a:t>, and they play a vital role in developing </a:t>
            </a:r>
            <a:r>
              <a:rPr lang="en-US" sz="2400" b="1" dirty="0">
                <a:solidFill>
                  <a:srgbClr val="000000"/>
                </a:solidFill>
                <a:latin typeface="AAAAAE+Helvetica-Bold"/>
              </a:rPr>
              <a:t>machine learning, data science, data visualization, image and data manipulation applications</a:t>
            </a:r>
            <a:r>
              <a:rPr lang="en-US" sz="2400" dirty="0">
                <a:solidFill>
                  <a:srgbClr val="000000"/>
                </a:solidFill>
                <a:latin typeface="AAAAAB+Helvetica"/>
              </a:rPr>
              <a:t>, and more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6651789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26</a:t>
            </a:fld>
            <a:endParaRPr lang="en-US" spc="-3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Libraries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026" name="Picture 2" descr="Most popular python librarie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402398"/>
            <a:ext cx="5289608" cy="4546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8010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27</a:t>
            </a:fld>
            <a:endParaRPr lang="en-US" spc="-30" dirty="0"/>
          </a:p>
        </p:txBody>
      </p:sp>
      <p:pic>
        <p:nvPicPr>
          <p:cNvPr id="2050" name="Picture 2" descr="Python Matplotlib Exercis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70481"/>
            <a:ext cx="7572375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1219200" y="609600"/>
            <a:ext cx="10972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>
              <a:solidFill>
                <a:srgbClr val="000000"/>
              </a:solidFill>
              <a:latin typeface="AAAAAC+EuphemiaUCAS-Bold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 err="1">
                <a:solidFill>
                  <a:srgbClr val="000000"/>
                </a:solidFill>
                <a:latin typeface="AAAAAB+Helvetica"/>
              </a:rPr>
              <a:t>Matplotlib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 is a comprehensive library for creating static, animated, and interactive visualizations in Python. </a:t>
            </a:r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endParaRPr lang="en-US" dirty="0" smtClean="0">
              <a:solidFill>
                <a:srgbClr val="000000"/>
              </a:solidFill>
              <a:latin typeface="AAAAAB+Helvetica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AAAAAB+Helvetica"/>
              </a:rPr>
              <a:t>•</a:t>
            </a:r>
            <a:r>
              <a:rPr lang="en-US" dirty="0" err="1">
                <a:solidFill>
                  <a:srgbClr val="000000"/>
                </a:solidFill>
                <a:latin typeface="AAAAAB+Helvetica"/>
              </a:rPr>
              <a:t>Matplotlib</a:t>
            </a:r>
            <a:r>
              <a:rPr lang="en-US" dirty="0">
                <a:solidFill>
                  <a:srgbClr val="000000"/>
                </a:solidFill>
                <a:latin typeface="AAAAAB+Helvetica"/>
              </a:rPr>
              <a:t> makes easy things easy and hard things possible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105400" y="424934"/>
            <a:ext cx="15648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solidFill>
                  <a:schemeClr val="accent4">
                    <a:lumMod val="75000"/>
                  </a:schemeClr>
                </a:solidFill>
                <a:latin typeface="AAAAAC+EuphemiaUCAS-Bold"/>
              </a:rPr>
              <a:t>MatPlotLib</a:t>
            </a:r>
            <a:r>
              <a:rPr lang="en-US" sz="2000" b="1" dirty="0" smtClean="0">
                <a:solidFill>
                  <a:schemeClr val="accent4">
                    <a:lumMod val="75000"/>
                  </a:schemeClr>
                </a:solidFill>
                <a:latin typeface="AAAAAC+EuphemiaUCAS-Bold"/>
              </a:rPr>
              <a:t> </a:t>
            </a:r>
            <a:endParaRPr lang="en-US" sz="2000" b="1" dirty="0">
              <a:solidFill>
                <a:schemeClr val="accent4">
                  <a:lumMod val="75000"/>
                </a:schemeClr>
              </a:solidFill>
              <a:latin typeface="AAAAAC+EuphemiaUCAS-Bold"/>
            </a:endParaRPr>
          </a:p>
        </p:txBody>
      </p:sp>
    </p:spTree>
    <p:extLst>
      <p:ext uri="{BB962C8B-B14F-4D97-AF65-F5344CB8AC3E}">
        <p14:creationId xmlns:p14="http://schemas.microsoft.com/office/powerpoint/2010/main" val="30753707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1143000"/>
            <a:ext cx="8439489" cy="4723453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28</a:t>
            </a:fld>
            <a:endParaRPr lang="en-US" spc="-30" dirty="0"/>
          </a:p>
        </p:txBody>
      </p:sp>
    </p:spTree>
    <p:extLst>
      <p:ext uri="{BB962C8B-B14F-4D97-AF65-F5344CB8AC3E}">
        <p14:creationId xmlns:p14="http://schemas.microsoft.com/office/powerpoint/2010/main" val="42835833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2600" y="762000"/>
            <a:ext cx="7793191" cy="4723446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29</a:t>
            </a:fld>
            <a:endParaRPr lang="en-US" spc="-30" dirty="0"/>
          </a:p>
        </p:txBody>
      </p:sp>
    </p:spTree>
    <p:extLst>
      <p:ext uri="{BB962C8B-B14F-4D97-AF65-F5344CB8AC3E}">
        <p14:creationId xmlns:p14="http://schemas.microsoft.com/office/powerpoint/2010/main" val="3014946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30</a:t>
            </a:fld>
            <a:endParaRPr lang="en-US" spc="-3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4">
                    <a:lumMod val="75000"/>
                  </a:schemeClr>
                </a:solidFill>
              </a:rPr>
              <a:t>Visualization</a:t>
            </a:r>
            <a:endParaRPr lang="en-US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3074" name="Picture 2" descr="A guide to Matplotlib's built-in styles | HolyPython.com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403170"/>
            <a:ext cx="6536349" cy="4879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35846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2133600" y="381000"/>
            <a:ext cx="8153400" cy="685800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>
                <a:solidFill>
                  <a:schemeClr val="accent4">
                    <a:lumMod val="75000"/>
                  </a:schemeClr>
                </a:solidFill>
              </a:rPr>
              <a:t>Python Overview</a:t>
            </a:r>
            <a:endParaRPr lang="en-US" altLang="en-US" dirty="0" smtClean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1143000" y="1143000"/>
            <a:ext cx="10134600" cy="525780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altLang="en-US" sz="2000" b="1" dirty="0" smtClean="0"/>
              <a:t>Python </a:t>
            </a:r>
            <a:r>
              <a:rPr lang="en-US" altLang="en-US" sz="2000" b="1" dirty="0"/>
              <a:t>is Interactive:</a:t>
            </a:r>
            <a:r>
              <a:rPr lang="en-US" altLang="en-US" sz="2000" dirty="0"/>
              <a:t> This means that you can actually sit at a Python prompt and interact with the interpreter directly to write your programs.</a:t>
            </a:r>
          </a:p>
          <a:p>
            <a:pPr algn="just">
              <a:lnSpc>
                <a:spcPct val="150000"/>
              </a:lnSpc>
            </a:pPr>
            <a:endParaRPr lang="en-US" altLang="en-US" sz="2000" dirty="0"/>
          </a:p>
          <a:p>
            <a:pPr algn="just">
              <a:lnSpc>
                <a:spcPct val="150000"/>
              </a:lnSpc>
            </a:pPr>
            <a:r>
              <a:rPr lang="en-US" altLang="en-US" sz="2000" b="1" dirty="0"/>
              <a:t>Python is Beginner's Language:</a:t>
            </a:r>
            <a:r>
              <a:rPr lang="en-US" altLang="en-US" sz="2000" dirty="0"/>
              <a:t> Python is a great language for the beginner programmers and supports the development of a wide range of applications, from simple text processing to WWW browsers to games</a:t>
            </a:r>
            <a:r>
              <a:rPr lang="en-US" altLang="en-US" sz="2000" dirty="0" smtClean="0"/>
              <a:t>.</a:t>
            </a:r>
          </a:p>
          <a:p>
            <a:pPr algn="just">
              <a:lnSpc>
                <a:spcPct val="150000"/>
              </a:lnSpc>
            </a:pPr>
            <a:endParaRPr lang="en-US" altLang="en-US" sz="2000" dirty="0"/>
          </a:p>
          <a:p>
            <a:pPr algn="just">
              <a:lnSpc>
                <a:spcPct val="150000"/>
              </a:lnSpc>
            </a:pPr>
            <a:r>
              <a:rPr lang="en-US" altLang="en-US" sz="2000" b="1" dirty="0"/>
              <a:t>Python is Object-Oriented:</a:t>
            </a:r>
            <a:r>
              <a:rPr lang="en-US" altLang="en-US" sz="2000" dirty="0"/>
              <a:t> This means that Python supports Object-Oriented style or technique of programming that encapsulates code within </a:t>
            </a:r>
            <a:r>
              <a:rPr lang="en-US" altLang="en-US" sz="2000" dirty="0" smtClean="0"/>
              <a:t>objects.</a:t>
            </a:r>
            <a:endParaRPr lang="en-US" altLang="en-US" sz="2000" dirty="0"/>
          </a:p>
          <a:p>
            <a:pPr algn="just">
              <a:lnSpc>
                <a:spcPct val="15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55414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schemeClr val="accent4">
                    <a:lumMod val="75000"/>
                  </a:schemeClr>
                </a:solidFill>
              </a:rPr>
              <a:t>Python is Interpreted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4224" y="1676400"/>
            <a:ext cx="10188575" cy="4876800"/>
          </a:xfrm>
        </p:spPr>
        <p:txBody>
          <a:bodyPr/>
          <a:lstStyle/>
          <a:p>
            <a:pPr lvl="1"/>
            <a:endParaRPr lang="en-US" altLang="en-US" sz="2000" dirty="0"/>
          </a:p>
          <a:p>
            <a:r>
              <a:rPr lang="en-US" altLang="en-US" sz="2000" dirty="0"/>
              <a:t>Python is </a:t>
            </a:r>
            <a:r>
              <a:rPr lang="en-US" altLang="en-US" sz="2000" dirty="0" smtClean="0"/>
              <a:t>directly </a:t>
            </a:r>
            <a:r>
              <a:rPr lang="en-US" altLang="en-US" sz="2000" i="1" dirty="0"/>
              <a:t>interpreted </a:t>
            </a:r>
            <a:r>
              <a:rPr lang="en-US" altLang="en-US" sz="2000" dirty="0"/>
              <a:t>into machine </a:t>
            </a:r>
            <a:r>
              <a:rPr lang="en-US" altLang="en-US" sz="2000" dirty="0" smtClean="0"/>
              <a:t>instructions. The instructions are  </a:t>
            </a:r>
            <a:r>
              <a:rPr lang="en-US" altLang="en-US" sz="2000" dirty="0"/>
              <a:t>processed at runtime by the interpreter </a:t>
            </a:r>
          </a:p>
        </p:txBody>
      </p:sp>
      <p:grpSp>
        <p:nvGrpSpPr>
          <p:cNvPr id="5125" name="Group 36"/>
          <p:cNvGrpSpPr>
            <a:grpSpLocks/>
          </p:cNvGrpSpPr>
          <p:nvPr/>
        </p:nvGrpSpPr>
        <p:grpSpPr bwMode="auto">
          <a:xfrm>
            <a:off x="3429000" y="2971800"/>
            <a:ext cx="3886200" cy="1765300"/>
            <a:chOff x="816" y="2928"/>
            <a:chExt cx="2448" cy="1112"/>
          </a:xfrm>
        </p:grpSpPr>
        <p:sp>
          <p:nvSpPr>
            <p:cNvPr id="5126" name="Line 20"/>
            <p:cNvSpPr>
              <a:spLocks noChangeShapeType="1"/>
            </p:cNvSpPr>
            <p:nvPr/>
          </p:nvSpPr>
          <p:spPr bwMode="auto">
            <a:xfrm>
              <a:off x="2102" y="3588"/>
              <a:ext cx="243" cy="0"/>
            </a:xfrm>
            <a:prstGeom prst="line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7" name="Text Box 21"/>
            <p:cNvSpPr txBox="1">
              <a:spLocks noChangeArrowheads="1"/>
            </p:cNvSpPr>
            <p:nvPr/>
          </p:nvSpPr>
          <p:spPr bwMode="auto">
            <a:xfrm>
              <a:off x="1928" y="2928"/>
              <a:ext cx="760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742950" indent="-28575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1143000" indent="-22860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1600200" indent="-22860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2057400" indent="-22860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lang="en-GB" altLang="en-US" sz="1800" i="1">
                  <a:solidFill>
                    <a:srgbClr val="000000"/>
                  </a:solidFill>
                  <a:latin typeface="Tahoma" panose="020B0604030504040204" pitchFamily="34" charset="0"/>
                </a:rPr>
                <a:t>interpret</a:t>
              </a:r>
            </a:p>
          </p:txBody>
        </p:sp>
        <p:sp>
          <p:nvSpPr>
            <p:cNvPr id="5128" name="Text Box 23"/>
            <p:cNvSpPr txBox="1">
              <a:spLocks noChangeArrowheads="1"/>
            </p:cNvSpPr>
            <p:nvPr/>
          </p:nvSpPr>
          <p:spPr bwMode="auto">
            <a:xfrm>
              <a:off x="2367" y="3193"/>
              <a:ext cx="533" cy="2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742950" indent="-28575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1143000" indent="-22860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1600200" indent="-22860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2057400" indent="-22860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lang="en-GB" altLang="en-US" sz="1800">
                  <a:solidFill>
                    <a:srgbClr val="000000"/>
                  </a:solidFill>
                  <a:latin typeface="Tahoma" panose="020B0604030504040204" pitchFamily="34" charset="0"/>
                </a:rPr>
                <a:t>output</a:t>
              </a:r>
            </a:p>
          </p:txBody>
        </p:sp>
        <p:pic>
          <p:nvPicPr>
            <p:cNvPr id="5129" name="Picture 2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225" b="39371"/>
            <a:stretch>
              <a:fillRect/>
            </a:stretch>
          </p:blipFill>
          <p:spPr bwMode="auto">
            <a:xfrm>
              <a:off x="2362" y="3415"/>
              <a:ext cx="902" cy="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5130" name="Rectangle 26"/>
            <p:cNvSpPr>
              <a:spLocks noChangeArrowheads="1"/>
            </p:cNvSpPr>
            <p:nvPr/>
          </p:nvSpPr>
          <p:spPr bwMode="auto">
            <a:xfrm>
              <a:off x="816" y="3171"/>
              <a:ext cx="1286" cy="869"/>
            </a:xfrm>
            <a:prstGeom prst="rect">
              <a:avLst/>
            </a:prstGeom>
            <a:noFill/>
            <a:ln w="936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5131" name="Text Box 27"/>
            <p:cNvSpPr txBox="1">
              <a:spLocks noChangeArrowheads="1"/>
            </p:cNvSpPr>
            <p:nvPr/>
          </p:nvSpPr>
          <p:spPr bwMode="auto">
            <a:xfrm>
              <a:off x="830" y="3193"/>
              <a:ext cx="1272" cy="4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lvl1pPr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742950" indent="-28575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1143000" indent="-22860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1600200" indent="-22860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2057400" indent="-228600" defTabSz="449263"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tx1"/>
                  </a:solidFill>
                  <a:latin typeface="Times" panose="02020603050405020304" pitchFamily="18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lang="en-GB" altLang="en-US" sz="1800" dirty="0">
                  <a:solidFill>
                    <a:srgbClr val="000000"/>
                  </a:solidFill>
                  <a:latin typeface="Tahoma" panose="020B0604030504040204" pitchFamily="34" charset="0"/>
                </a:rPr>
                <a:t>source code</a:t>
              </a:r>
            </a:p>
            <a:p>
              <a:pPr>
                <a:buClr>
                  <a:srgbClr val="000000"/>
                </a:buClr>
                <a:buSzPct val="100000"/>
                <a:buFont typeface="Tahoma" panose="020B0604030504040204" pitchFamily="34" charset="0"/>
                <a:buNone/>
              </a:pPr>
              <a:r>
                <a:rPr lang="en-GB" altLang="en-US" sz="1800" dirty="0">
                  <a:solidFill>
                    <a:srgbClr val="000000"/>
                  </a:solidFill>
                  <a:latin typeface="Courier New" panose="02070309020205020404" pitchFamily="49" charset="0"/>
                </a:rPr>
                <a:t>Hello.py</a:t>
              </a:r>
              <a:endParaRPr lang="en-GB" altLang="en-US" sz="1800" dirty="0">
                <a:solidFill>
                  <a:srgbClr val="000000"/>
                </a:solidFill>
                <a:latin typeface="Tahoma" panose="020B0604030504040204" pitchFamily="34" charset="0"/>
              </a:endParaRPr>
            </a:p>
          </p:txBody>
        </p:sp>
        <p:pic>
          <p:nvPicPr>
            <p:cNvPr id="5132" name="Picture 3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3582"/>
              <a:ext cx="406" cy="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6185798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smtClean="0">
                <a:solidFill>
                  <a:schemeClr val="accent4">
                    <a:lumMod val="75000"/>
                  </a:schemeClr>
                </a:solidFill>
              </a:rPr>
              <a:t>Python Features</a:t>
            </a:r>
            <a:endParaRPr lang="en-US" altLang="en-US" smtClean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>
          <a:xfrm>
            <a:off x="990600" y="1447800"/>
            <a:ext cx="10210800" cy="4724400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/>
              <a:t>Easy-to-learn:</a:t>
            </a:r>
            <a:r>
              <a:rPr lang="en-US" altLang="en-US" sz="2000" dirty="0"/>
              <a:t> Python has relatively few keywords, simple structure, and a clearly defined syntax. 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/>
              <a:t>Easy-to-read:</a:t>
            </a:r>
            <a:r>
              <a:rPr lang="en-US" altLang="en-US" sz="2000" dirty="0"/>
              <a:t> Python code is much more clearly defined and visible to the eyes.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/>
              <a:t>Easy-to-maintain:</a:t>
            </a:r>
            <a:r>
              <a:rPr lang="en-US" altLang="en-US" sz="2000" dirty="0"/>
              <a:t> Python's success is that its source code is fairly easy-to-maintain.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/>
              <a:t>A broad standard library:</a:t>
            </a:r>
            <a:r>
              <a:rPr lang="en-US" altLang="en-US" sz="2000" dirty="0"/>
              <a:t> One of Python's greatest strengths is the bulk of the library is very portable and cross-platform compatible on UNIX, Windows, and Macintosh.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/>
              <a:t>Interactive Mode:</a:t>
            </a:r>
            <a:r>
              <a:rPr lang="en-US" altLang="en-US" sz="2000" dirty="0"/>
              <a:t> Support for an interactive mode in which you can enter results from a terminal right to the language, allowing interactive testing and debugging of snippets of code.</a:t>
            </a:r>
          </a:p>
        </p:txBody>
      </p:sp>
    </p:spTree>
    <p:extLst>
      <p:ext uri="{BB962C8B-B14F-4D97-AF65-F5344CB8AC3E}">
        <p14:creationId xmlns:p14="http://schemas.microsoft.com/office/powerpoint/2010/main" val="2722488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 smtClean="0">
                <a:solidFill>
                  <a:schemeClr val="accent4">
                    <a:lumMod val="75000"/>
                  </a:schemeClr>
                </a:solidFill>
              </a:rPr>
              <a:t>Python Features (cont’d)</a:t>
            </a:r>
            <a:endParaRPr lang="en-US" altLang="en-US" dirty="0" smtClean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619760" y="1473201"/>
            <a:ext cx="10962640" cy="453409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/>
              <a:t>Portable:</a:t>
            </a:r>
            <a:r>
              <a:rPr lang="en-US" altLang="en-US" sz="2000" dirty="0"/>
              <a:t> Python can run on a wide variety of hardware platforms and has the same interface on all platforms.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 smtClean="0"/>
              <a:t>Databases</a:t>
            </a:r>
            <a:r>
              <a:rPr lang="en-US" altLang="en-US" sz="2000" b="1" dirty="0"/>
              <a:t>:</a:t>
            </a:r>
            <a:r>
              <a:rPr lang="en-US" altLang="en-US" sz="2000" dirty="0"/>
              <a:t> Python provides interfaces to all major commercial databases.</a:t>
            </a:r>
          </a:p>
          <a:p>
            <a:pPr>
              <a:lnSpc>
                <a:spcPct val="150000"/>
              </a:lnSpc>
            </a:pPr>
            <a:r>
              <a:rPr lang="en-US" altLang="en-US" sz="2000" b="1" dirty="0"/>
              <a:t>GUI Programming:</a:t>
            </a:r>
            <a:r>
              <a:rPr lang="en-US" altLang="en-US" sz="2000" dirty="0"/>
              <a:t> Python supports GUI applications that can be created and ported to many system calls, libraries, and windows systems, such as Windows MFC, Macintosh, and the X Window system of Unix.</a:t>
            </a:r>
          </a:p>
          <a:p>
            <a:pPr>
              <a:lnSpc>
                <a:spcPct val="150000"/>
              </a:lnSpc>
            </a:pP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884274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35</a:t>
            </a:fld>
            <a:endParaRPr lang="en-US" spc="-30" dirty="0"/>
          </a:p>
        </p:txBody>
      </p:sp>
      <p:sp>
        <p:nvSpPr>
          <p:cNvPr id="5" name="object 2"/>
          <p:cNvSpPr txBox="1">
            <a:spLocks/>
          </p:cNvSpPr>
          <p:nvPr/>
        </p:nvSpPr>
        <p:spPr>
          <a:xfrm>
            <a:off x="4724401" y="2133600"/>
            <a:ext cx="4419600" cy="705962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marL="12700" marR="5080">
              <a:lnSpc>
                <a:spcPts val="4750"/>
              </a:lnSpc>
              <a:spcBef>
                <a:spcPts val="705"/>
              </a:spcBef>
            </a:pPr>
            <a:r>
              <a:rPr lang="en-US" sz="4400" b="0" spc="-240" dirty="0" smtClean="0">
                <a:solidFill>
                  <a:srgbClr val="0A5293"/>
                </a:solidFill>
                <a:latin typeface="Trebuchet MS"/>
                <a:cs typeface="Trebuchet MS"/>
              </a:rPr>
              <a:t>Python IDE</a:t>
            </a:r>
            <a:endParaRPr lang="en-US" sz="44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654620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36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5" y="351285"/>
            <a:ext cx="766104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70" dirty="0">
                <a:solidFill>
                  <a:srgbClr val="0A5293"/>
                </a:solidFill>
                <a:latin typeface="Trebuchet MS"/>
                <a:cs typeface="Trebuchet MS"/>
              </a:rPr>
              <a:t>Common</a:t>
            </a:r>
            <a:r>
              <a:rPr sz="4400" b="0" spc="-85" dirty="0">
                <a:solidFill>
                  <a:srgbClr val="0A5293"/>
                </a:solidFill>
                <a:latin typeface="Trebuchet MS"/>
                <a:cs typeface="Trebuchet MS"/>
              </a:rPr>
              <a:t>l</a:t>
            </a:r>
            <a:r>
              <a:rPr sz="4400" b="0" spc="-245" dirty="0">
                <a:solidFill>
                  <a:srgbClr val="0A5293"/>
                </a:solidFill>
                <a:latin typeface="Trebuchet MS"/>
                <a:cs typeface="Trebuchet MS"/>
              </a:rPr>
              <a:t>y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00" dirty="0">
                <a:solidFill>
                  <a:srgbClr val="0A5293"/>
                </a:solidFill>
                <a:latin typeface="Trebuchet MS"/>
                <a:cs typeface="Trebuchet MS"/>
              </a:rPr>
              <a:t>used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lang="en-US" sz="4400" b="0" spc="-125" dirty="0" smtClean="0">
                <a:solidFill>
                  <a:srgbClr val="0A5293"/>
                </a:solidFill>
                <a:latin typeface="Trebuchet MS"/>
                <a:cs typeface="Trebuchet MS"/>
              </a:rPr>
              <a:t>Python </a:t>
            </a:r>
            <a:r>
              <a:rPr sz="4400" b="0" spc="55" dirty="0" smtClean="0">
                <a:solidFill>
                  <a:srgbClr val="0A5293"/>
                </a:solidFill>
                <a:latin typeface="Trebuchet MS"/>
                <a:cs typeface="Trebuchet MS"/>
              </a:rPr>
              <a:t>IDEs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0" y="1473808"/>
            <a:ext cx="3615691" cy="3717684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670"/>
              </a:spcBef>
              <a:buClr>
                <a:srgbClr val="3891A7"/>
              </a:buClr>
              <a:buSzPct val="69444"/>
              <a:buFont typeface="Segoe UI Symbol"/>
              <a:buChar char="⚫"/>
              <a:tabLst>
                <a:tab pos="241935" algn="l"/>
              </a:tabLst>
            </a:pPr>
            <a:r>
              <a:rPr sz="3600" spc="-170" dirty="0">
                <a:latin typeface="Trebuchet MS"/>
                <a:cs typeface="Trebuchet MS"/>
              </a:rPr>
              <a:t>Spyder</a:t>
            </a:r>
            <a:endParaRPr sz="3600" dirty="0">
              <a:latin typeface="Trebuchet MS"/>
              <a:cs typeface="Trebuchet MS"/>
            </a:endParaRPr>
          </a:p>
          <a:p>
            <a:pPr marL="241300" indent="-229235">
              <a:lnSpc>
                <a:spcPct val="100000"/>
              </a:lnSpc>
              <a:spcBef>
                <a:spcPts val="580"/>
              </a:spcBef>
              <a:buClr>
                <a:srgbClr val="3891A7"/>
              </a:buClr>
              <a:buSzPct val="69444"/>
              <a:buFont typeface="Segoe UI Symbol"/>
              <a:buChar char="⚫"/>
              <a:tabLst>
                <a:tab pos="241935" algn="l"/>
              </a:tabLst>
            </a:pPr>
            <a:r>
              <a:rPr sz="3600" spc="-100" dirty="0">
                <a:latin typeface="Trebuchet MS"/>
                <a:cs typeface="Trebuchet MS"/>
              </a:rPr>
              <a:t>PyCharm</a:t>
            </a:r>
            <a:endParaRPr sz="3600" dirty="0">
              <a:latin typeface="Trebuchet MS"/>
              <a:cs typeface="Trebuchet MS"/>
            </a:endParaRPr>
          </a:p>
          <a:p>
            <a:pPr marL="241300" indent="-229235">
              <a:lnSpc>
                <a:spcPct val="100000"/>
              </a:lnSpc>
              <a:spcBef>
                <a:spcPts val="565"/>
              </a:spcBef>
              <a:buClr>
                <a:srgbClr val="3891A7"/>
              </a:buClr>
              <a:buSzPct val="69444"/>
              <a:buFont typeface="Segoe UI Symbol"/>
              <a:buChar char="⚫"/>
              <a:tabLst>
                <a:tab pos="241935" algn="l"/>
              </a:tabLst>
            </a:pPr>
            <a:r>
              <a:rPr sz="3600" spc="-894" dirty="0">
                <a:latin typeface="Trebuchet MS"/>
                <a:cs typeface="Trebuchet MS"/>
              </a:rPr>
              <a:t>J</a:t>
            </a:r>
            <a:r>
              <a:rPr sz="3600" spc="-170" dirty="0">
                <a:latin typeface="Trebuchet MS"/>
                <a:cs typeface="Trebuchet MS"/>
              </a:rPr>
              <a:t>u</a:t>
            </a:r>
            <a:r>
              <a:rPr sz="3600" spc="-345" dirty="0">
                <a:latin typeface="Trebuchet MS"/>
                <a:cs typeface="Trebuchet MS"/>
              </a:rPr>
              <a:t>p</a:t>
            </a:r>
            <a:r>
              <a:rPr sz="3600" spc="-160" dirty="0">
                <a:latin typeface="Trebuchet MS"/>
                <a:cs typeface="Trebuchet MS"/>
              </a:rPr>
              <a:t>yter</a:t>
            </a:r>
            <a:r>
              <a:rPr sz="3600" spc="-75" dirty="0">
                <a:latin typeface="Trebuchet MS"/>
                <a:cs typeface="Trebuchet MS"/>
              </a:rPr>
              <a:t> </a:t>
            </a:r>
            <a:r>
              <a:rPr sz="3600" dirty="0">
                <a:latin typeface="Trebuchet MS"/>
                <a:cs typeface="Trebuchet MS"/>
              </a:rPr>
              <a:t>Notebo</a:t>
            </a:r>
            <a:r>
              <a:rPr sz="3600" spc="10" dirty="0">
                <a:latin typeface="Trebuchet MS"/>
                <a:cs typeface="Trebuchet MS"/>
              </a:rPr>
              <a:t>o</a:t>
            </a:r>
            <a:r>
              <a:rPr sz="3600" spc="-95" dirty="0">
                <a:latin typeface="Trebuchet MS"/>
                <a:cs typeface="Trebuchet MS"/>
              </a:rPr>
              <a:t>k</a:t>
            </a:r>
            <a:endParaRPr sz="3600" dirty="0">
              <a:latin typeface="Trebuchet MS"/>
              <a:cs typeface="Trebuchet MS"/>
            </a:endParaRPr>
          </a:p>
          <a:p>
            <a:pPr marL="241300" indent="-229235">
              <a:lnSpc>
                <a:spcPct val="100000"/>
              </a:lnSpc>
              <a:spcBef>
                <a:spcPts val="565"/>
              </a:spcBef>
              <a:buClr>
                <a:srgbClr val="3891A7"/>
              </a:buClr>
              <a:buSzPct val="69444"/>
              <a:buFont typeface="Segoe UI Symbol"/>
              <a:buChar char="⚫"/>
              <a:tabLst>
                <a:tab pos="241935" algn="l"/>
              </a:tabLst>
            </a:pPr>
            <a:r>
              <a:rPr lang="en-US" sz="3600" spc="-30" dirty="0" smtClean="0">
                <a:latin typeface="Trebuchet MS"/>
                <a:cs typeface="Trebuchet MS"/>
              </a:rPr>
              <a:t>Google </a:t>
            </a:r>
            <a:r>
              <a:rPr lang="en-US" sz="3600" spc="-30" dirty="0" err="1" smtClean="0">
                <a:latin typeface="Trebuchet MS"/>
                <a:cs typeface="Trebuchet MS"/>
              </a:rPr>
              <a:t>Colab</a:t>
            </a:r>
            <a:endParaRPr lang="en-US" sz="3600" spc="-30" dirty="0" smtClean="0">
              <a:latin typeface="Trebuchet MS"/>
              <a:cs typeface="Trebuchet MS"/>
            </a:endParaRPr>
          </a:p>
          <a:p>
            <a:pPr marL="241300" indent="-229235">
              <a:lnSpc>
                <a:spcPct val="100000"/>
              </a:lnSpc>
              <a:spcBef>
                <a:spcPts val="565"/>
              </a:spcBef>
              <a:buClr>
                <a:srgbClr val="3891A7"/>
              </a:buClr>
              <a:buSzPct val="69444"/>
              <a:buFont typeface="Segoe UI Symbol"/>
              <a:buChar char="⚫"/>
              <a:tabLst>
                <a:tab pos="241935" algn="l"/>
              </a:tabLst>
            </a:pPr>
            <a:r>
              <a:rPr sz="3600" spc="-30" dirty="0" smtClean="0">
                <a:latin typeface="Trebuchet MS"/>
                <a:cs typeface="Trebuchet MS"/>
              </a:rPr>
              <a:t>Atom</a:t>
            </a:r>
            <a:endParaRPr sz="36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9711007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37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5" y="351285"/>
            <a:ext cx="15621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0" dirty="0">
                <a:solidFill>
                  <a:srgbClr val="0A5293"/>
                </a:solidFill>
                <a:latin typeface="Trebuchet MS"/>
                <a:cs typeface="Trebuchet MS"/>
              </a:rPr>
              <a:t>S</a:t>
            </a:r>
            <a:r>
              <a:rPr sz="4400" b="0" spc="-40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80" dirty="0">
                <a:solidFill>
                  <a:srgbClr val="0A5293"/>
                </a:solidFill>
                <a:latin typeface="Trebuchet MS"/>
                <a:cs typeface="Trebuchet MS"/>
              </a:rPr>
              <a:t>yder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19200" y="1295400"/>
            <a:ext cx="9875520" cy="4032513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241300" marR="5715" indent="-229235" algn="just">
              <a:lnSpc>
                <a:spcPct val="150000"/>
              </a:lnSpc>
              <a:spcBef>
                <a:spcPts val="844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-114" dirty="0">
                <a:latin typeface="Trebuchet MS"/>
                <a:cs typeface="Trebuchet MS"/>
              </a:rPr>
              <a:t>Supported</a:t>
            </a:r>
            <a:r>
              <a:rPr sz="3200" spc="-110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across </a:t>
            </a:r>
            <a:r>
              <a:rPr sz="3200" spc="-180" dirty="0">
                <a:latin typeface="Trebuchet MS"/>
                <a:cs typeface="Trebuchet MS"/>
              </a:rPr>
              <a:t>Linux, </a:t>
            </a:r>
            <a:r>
              <a:rPr sz="3200" spc="-90" dirty="0">
                <a:latin typeface="Trebuchet MS"/>
                <a:cs typeface="Trebuchet MS"/>
              </a:rPr>
              <a:t>Mac 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200" dirty="0">
                <a:latin typeface="Trebuchet MS"/>
                <a:cs typeface="Trebuchet MS"/>
              </a:rPr>
              <a:t>OS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484" dirty="0">
                <a:latin typeface="Trebuchet MS"/>
                <a:cs typeface="Trebuchet MS"/>
              </a:rPr>
              <a:t>X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</a:t>
            </a:r>
            <a:r>
              <a:rPr sz="3200" spc="-484" dirty="0">
                <a:latin typeface="Trebuchet MS"/>
                <a:cs typeface="Trebuchet MS"/>
              </a:rPr>
              <a:t> </a:t>
            </a:r>
            <a:r>
              <a:rPr sz="3200" spc="85" dirty="0">
                <a:latin typeface="Trebuchet MS"/>
                <a:cs typeface="Trebuchet MS"/>
              </a:rPr>
              <a:t>Win</a:t>
            </a:r>
            <a:r>
              <a:rPr sz="3200" spc="-55" dirty="0">
                <a:latin typeface="Trebuchet MS"/>
                <a:cs typeface="Trebuchet MS"/>
              </a:rPr>
              <a:t>d</a:t>
            </a:r>
            <a:r>
              <a:rPr sz="3200" spc="-95" dirty="0">
                <a:latin typeface="Trebuchet MS"/>
                <a:cs typeface="Trebuchet MS"/>
              </a:rPr>
              <a:t>o</a:t>
            </a:r>
            <a:r>
              <a:rPr sz="3200" spc="-100" dirty="0">
                <a:latin typeface="Trebuchet MS"/>
                <a:cs typeface="Trebuchet MS"/>
              </a:rPr>
              <a:t>w</a:t>
            </a:r>
            <a:r>
              <a:rPr sz="3200" spc="-50" dirty="0">
                <a:latin typeface="Trebuchet MS"/>
                <a:cs typeface="Trebuchet MS"/>
              </a:rPr>
              <a:t>s</a:t>
            </a:r>
            <a:r>
              <a:rPr sz="3200" spc="-80" dirty="0">
                <a:latin typeface="Trebuchet MS"/>
                <a:cs typeface="Trebuchet MS"/>
              </a:rPr>
              <a:t> </a:t>
            </a:r>
            <a:r>
              <a:rPr sz="3200" spc="-280" dirty="0" smtClean="0">
                <a:latin typeface="Trebuchet MS"/>
                <a:cs typeface="Trebuchet MS"/>
              </a:rPr>
              <a:t>p</a:t>
            </a:r>
            <a:r>
              <a:rPr sz="3200" spc="-145" dirty="0" smtClean="0">
                <a:latin typeface="Trebuchet MS"/>
                <a:cs typeface="Trebuchet MS"/>
              </a:rPr>
              <a:t>l</a:t>
            </a:r>
            <a:r>
              <a:rPr sz="3200" spc="-325" dirty="0" smtClean="0">
                <a:latin typeface="Trebuchet MS"/>
                <a:cs typeface="Trebuchet MS"/>
              </a:rPr>
              <a:t>at</a:t>
            </a:r>
            <a:r>
              <a:rPr sz="3200" spc="-295" dirty="0" smtClean="0">
                <a:latin typeface="Trebuchet MS"/>
                <a:cs typeface="Trebuchet MS"/>
              </a:rPr>
              <a:t>f</a:t>
            </a:r>
            <a:r>
              <a:rPr sz="3200" spc="-30" dirty="0" smtClean="0">
                <a:latin typeface="Trebuchet MS"/>
                <a:cs typeface="Trebuchet MS"/>
              </a:rPr>
              <a:t>or</a:t>
            </a:r>
            <a:r>
              <a:rPr sz="3200" spc="-70" dirty="0" smtClean="0">
                <a:latin typeface="Trebuchet MS"/>
                <a:cs typeface="Trebuchet MS"/>
              </a:rPr>
              <a:t>m</a:t>
            </a:r>
            <a:r>
              <a:rPr sz="3200" spc="-65" dirty="0" smtClean="0">
                <a:latin typeface="Trebuchet MS"/>
                <a:cs typeface="Trebuchet MS"/>
              </a:rPr>
              <a:t>s</a:t>
            </a:r>
            <a:endParaRPr lang="en-US" sz="3200" dirty="0">
              <a:latin typeface="Trebuchet MS"/>
              <a:cs typeface="Trebuchet MS"/>
            </a:endParaRPr>
          </a:p>
          <a:p>
            <a:pPr marL="241300" marR="5715" indent="-229235" algn="just">
              <a:lnSpc>
                <a:spcPct val="150000"/>
              </a:lnSpc>
              <a:spcBef>
                <a:spcPts val="844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-195" dirty="0" smtClean="0">
                <a:latin typeface="Trebuchet MS"/>
                <a:cs typeface="Trebuchet MS"/>
              </a:rPr>
              <a:t>Available</a:t>
            </a:r>
            <a:r>
              <a:rPr sz="3200" spc="-190" dirty="0" smtClean="0">
                <a:latin typeface="Trebuchet MS"/>
                <a:cs typeface="Trebuchet MS"/>
              </a:rPr>
              <a:t> </a:t>
            </a:r>
            <a:r>
              <a:rPr sz="3200" spc="-190" dirty="0">
                <a:latin typeface="Trebuchet MS"/>
                <a:cs typeface="Trebuchet MS"/>
              </a:rPr>
              <a:t>as</a:t>
            </a:r>
            <a:r>
              <a:rPr sz="3200" spc="-18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open</a:t>
            </a:r>
            <a:r>
              <a:rPr sz="3200" spc="-125" dirty="0">
                <a:latin typeface="Trebuchet MS"/>
                <a:cs typeface="Trebuchet MS"/>
              </a:rPr>
              <a:t> </a:t>
            </a:r>
            <a:r>
              <a:rPr sz="3200" spc="-105" dirty="0">
                <a:latin typeface="Trebuchet MS"/>
                <a:cs typeface="Trebuchet MS"/>
              </a:rPr>
              <a:t>source 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114" dirty="0">
                <a:latin typeface="Trebuchet MS"/>
                <a:cs typeface="Trebuchet MS"/>
              </a:rPr>
              <a:t>version</a:t>
            </a:r>
            <a:endParaRPr sz="3200" dirty="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ct val="150000"/>
              </a:lnSpc>
              <a:spcBef>
                <a:spcPts val="102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-155" dirty="0">
                <a:latin typeface="Trebuchet MS"/>
                <a:cs typeface="Trebuchet MS"/>
              </a:rPr>
              <a:t>Bundled</a:t>
            </a:r>
            <a:r>
              <a:rPr sz="3200" spc="-15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with</a:t>
            </a:r>
            <a:r>
              <a:rPr sz="3200" spc="635" dirty="0">
                <a:latin typeface="Trebuchet MS"/>
                <a:cs typeface="Trebuchet MS"/>
              </a:rPr>
              <a:t> </a:t>
            </a:r>
            <a:r>
              <a:rPr sz="3200" spc="-125" dirty="0">
                <a:latin typeface="Trebuchet MS"/>
                <a:cs typeface="Trebuchet MS"/>
              </a:rPr>
              <a:t>Anaconda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40" dirty="0">
                <a:latin typeface="Trebuchet MS"/>
                <a:cs typeface="Trebuchet MS"/>
              </a:rPr>
              <a:t>distribution </a:t>
            </a:r>
            <a:r>
              <a:rPr sz="3200" spc="-160" dirty="0">
                <a:latin typeface="Trebuchet MS"/>
                <a:cs typeface="Trebuchet MS"/>
              </a:rPr>
              <a:t>which </a:t>
            </a:r>
            <a:r>
              <a:rPr sz="3200" spc="-125" dirty="0">
                <a:latin typeface="Trebuchet MS"/>
                <a:cs typeface="Trebuchet MS"/>
              </a:rPr>
              <a:t>comes </a:t>
            </a:r>
            <a:r>
              <a:rPr sz="3200" spc="-165" dirty="0">
                <a:latin typeface="Trebuchet MS"/>
                <a:cs typeface="Trebuchet MS"/>
              </a:rPr>
              <a:t>with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270" dirty="0">
                <a:latin typeface="Trebuchet MS"/>
                <a:cs typeface="Trebuchet MS"/>
              </a:rPr>
              <a:t>all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Python</a:t>
            </a:r>
            <a:r>
              <a:rPr sz="3200" spc="-100" dirty="0">
                <a:latin typeface="Trebuchet MS"/>
                <a:cs typeface="Trebuchet MS"/>
              </a:rPr>
              <a:t> </a:t>
            </a:r>
            <a:r>
              <a:rPr sz="3200" spc="-235" dirty="0" smtClean="0">
                <a:latin typeface="Trebuchet MS"/>
                <a:cs typeface="Trebuchet MS"/>
              </a:rPr>
              <a:t>l</a:t>
            </a:r>
            <a:r>
              <a:rPr sz="3200" spc="-220" dirty="0" smtClean="0">
                <a:latin typeface="Trebuchet MS"/>
                <a:cs typeface="Trebuchet MS"/>
              </a:rPr>
              <a:t>i</a:t>
            </a:r>
            <a:r>
              <a:rPr sz="3200" spc="-135" dirty="0" smtClean="0">
                <a:latin typeface="Trebuchet MS"/>
                <a:cs typeface="Trebuchet MS"/>
              </a:rPr>
              <a:t>braries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38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5" y="351285"/>
            <a:ext cx="15621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0" dirty="0">
                <a:solidFill>
                  <a:srgbClr val="0A5293"/>
                </a:solidFill>
                <a:latin typeface="Trebuchet MS"/>
                <a:cs typeface="Trebuchet MS"/>
              </a:rPr>
              <a:t>S</a:t>
            </a:r>
            <a:r>
              <a:rPr sz="4400" b="0" spc="-40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80" dirty="0">
                <a:solidFill>
                  <a:srgbClr val="0A5293"/>
                </a:solidFill>
                <a:latin typeface="Trebuchet MS"/>
                <a:cs typeface="Trebuchet MS"/>
              </a:rPr>
              <a:t>yder</a:t>
            </a:r>
            <a:endParaRPr sz="4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127760"/>
            <a:ext cx="9665208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39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5" y="351285"/>
            <a:ext cx="156210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0" dirty="0">
                <a:solidFill>
                  <a:srgbClr val="0A5293"/>
                </a:solidFill>
                <a:latin typeface="Trebuchet MS"/>
                <a:cs typeface="Trebuchet MS"/>
              </a:rPr>
              <a:t>S</a:t>
            </a:r>
            <a:r>
              <a:rPr sz="4400" b="0" spc="-40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80" dirty="0">
                <a:solidFill>
                  <a:srgbClr val="0A5293"/>
                </a:solidFill>
                <a:latin typeface="Trebuchet MS"/>
                <a:cs typeface="Trebuchet MS"/>
              </a:rPr>
              <a:t>yder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26983"/>
            <a:ext cx="10417304" cy="307456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31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-235" dirty="0">
                <a:latin typeface="Trebuchet MS"/>
                <a:cs typeface="Trebuchet MS"/>
              </a:rPr>
              <a:t>F</a:t>
            </a:r>
            <a:r>
              <a:rPr sz="3200" spc="-180" dirty="0">
                <a:latin typeface="Trebuchet MS"/>
                <a:cs typeface="Trebuchet MS"/>
              </a:rPr>
              <a:t>eatu</a:t>
            </a:r>
            <a:r>
              <a:rPr sz="3200" spc="-190" dirty="0">
                <a:latin typeface="Trebuchet MS"/>
                <a:cs typeface="Trebuchet MS"/>
              </a:rPr>
              <a:t>r</a:t>
            </a:r>
            <a:r>
              <a:rPr sz="3200" spc="-140" dirty="0">
                <a:latin typeface="Trebuchet MS"/>
                <a:cs typeface="Trebuchet MS"/>
              </a:rPr>
              <a:t>es</a:t>
            </a:r>
            <a:r>
              <a:rPr sz="3200" spc="-95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i</a:t>
            </a:r>
            <a:r>
              <a:rPr sz="3200" spc="-229" dirty="0">
                <a:latin typeface="Trebuchet MS"/>
                <a:cs typeface="Trebuchet MS"/>
              </a:rPr>
              <a:t>n</a:t>
            </a:r>
            <a:r>
              <a:rPr sz="3200" spc="-170" dirty="0">
                <a:latin typeface="Trebuchet MS"/>
                <a:cs typeface="Trebuchet MS"/>
              </a:rPr>
              <a:t>cl</a:t>
            </a:r>
            <a:r>
              <a:rPr sz="3200" spc="-229" dirty="0">
                <a:latin typeface="Trebuchet MS"/>
                <a:cs typeface="Trebuchet MS"/>
              </a:rPr>
              <a:t>u</a:t>
            </a:r>
            <a:r>
              <a:rPr sz="3200" spc="-185" dirty="0">
                <a:latin typeface="Trebuchet MS"/>
                <a:cs typeface="Trebuchet MS"/>
              </a:rPr>
              <a:t>de</a:t>
            </a:r>
            <a:endParaRPr sz="3200" dirty="0">
              <a:latin typeface="Trebuchet MS"/>
              <a:cs typeface="Trebuchet MS"/>
            </a:endParaRPr>
          </a:p>
          <a:p>
            <a:pPr marL="698500" marR="5080" lvl="1" indent="-228600">
              <a:lnSpc>
                <a:spcPts val="3030"/>
              </a:lnSpc>
              <a:spcBef>
                <a:spcPts val="56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5" dirty="0">
                <a:latin typeface="Trebuchet MS"/>
                <a:cs typeface="Trebuchet MS"/>
              </a:rPr>
              <a:t>Code</a:t>
            </a:r>
            <a:r>
              <a:rPr sz="2800" spc="150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editor</a:t>
            </a:r>
            <a:r>
              <a:rPr sz="2800" spc="140" dirty="0">
                <a:latin typeface="Trebuchet MS"/>
                <a:cs typeface="Trebuchet MS"/>
              </a:rPr>
              <a:t> </a:t>
            </a:r>
            <a:r>
              <a:rPr sz="2800" spc="-145" dirty="0">
                <a:latin typeface="Trebuchet MS"/>
                <a:cs typeface="Trebuchet MS"/>
              </a:rPr>
              <a:t>with</a:t>
            </a:r>
            <a:r>
              <a:rPr sz="2800" spc="150" dirty="0">
                <a:latin typeface="Trebuchet MS"/>
                <a:cs typeface="Trebuchet MS"/>
              </a:rPr>
              <a:t> </a:t>
            </a:r>
            <a:r>
              <a:rPr sz="2800" spc="-95" dirty="0">
                <a:latin typeface="Trebuchet MS"/>
                <a:cs typeface="Trebuchet MS"/>
              </a:rPr>
              <a:t>robust</a:t>
            </a:r>
            <a:r>
              <a:rPr sz="2800" spc="135" dirty="0">
                <a:latin typeface="Trebuchet MS"/>
                <a:cs typeface="Trebuchet MS"/>
              </a:rPr>
              <a:t> </a:t>
            </a:r>
            <a:r>
              <a:rPr sz="2800" spc="-135" dirty="0">
                <a:latin typeface="Trebuchet MS"/>
                <a:cs typeface="Trebuchet MS"/>
              </a:rPr>
              <a:t>syntax </a:t>
            </a:r>
            <a:r>
              <a:rPr sz="2800" spc="-83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and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00" dirty="0">
                <a:latin typeface="Trebuchet MS"/>
                <a:cs typeface="Trebuchet MS"/>
              </a:rPr>
              <a:t>er</a:t>
            </a:r>
            <a:r>
              <a:rPr sz="2800" spc="-65" dirty="0">
                <a:latin typeface="Trebuchet MS"/>
                <a:cs typeface="Trebuchet MS"/>
              </a:rPr>
              <a:t>r</a:t>
            </a:r>
            <a:r>
              <a:rPr sz="2800" spc="25" dirty="0">
                <a:latin typeface="Trebuchet MS"/>
                <a:cs typeface="Trebuchet MS"/>
              </a:rPr>
              <a:t>or</a:t>
            </a:r>
            <a:r>
              <a:rPr sz="2800" spc="-50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highligh</a:t>
            </a:r>
            <a:r>
              <a:rPr sz="2800" spc="-160" dirty="0">
                <a:latin typeface="Trebuchet MS"/>
                <a:cs typeface="Trebuchet MS"/>
              </a:rPr>
              <a:t>t</a:t>
            </a:r>
            <a:r>
              <a:rPr sz="2800" spc="-185" dirty="0">
                <a:latin typeface="Trebuchet MS"/>
                <a:cs typeface="Trebuchet MS"/>
              </a:rPr>
              <a:t>ing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2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5" dirty="0">
                <a:latin typeface="Trebuchet MS"/>
                <a:cs typeface="Trebuchet MS"/>
              </a:rPr>
              <a:t>Code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20" dirty="0">
                <a:latin typeface="Trebuchet MS"/>
                <a:cs typeface="Trebuchet MS"/>
              </a:rPr>
              <a:t>com</a:t>
            </a:r>
            <a:r>
              <a:rPr sz="2800" spc="-95" dirty="0">
                <a:latin typeface="Trebuchet MS"/>
                <a:cs typeface="Trebuchet MS"/>
              </a:rPr>
              <a:t>p</a:t>
            </a:r>
            <a:r>
              <a:rPr sz="2800" spc="-204" dirty="0">
                <a:latin typeface="Trebuchet MS"/>
                <a:cs typeface="Trebuchet MS"/>
              </a:rPr>
              <a:t>le</a:t>
            </a:r>
            <a:r>
              <a:rPr sz="2800" spc="-190" dirty="0">
                <a:latin typeface="Trebuchet MS"/>
                <a:cs typeface="Trebuchet MS"/>
              </a:rPr>
              <a:t>t</a:t>
            </a:r>
            <a:r>
              <a:rPr sz="2800" spc="-90" dirty="0">
                <a:latin typeface="Trebuchet MS"/>
                <a:cs typeface="Trebuchet MS"/>
              </a:rPr>
              <a:t>io</a:t>
            </a:r>
            <a:r>
              <a:rPr sz="2800" spc="-114" dirty="0">
                <a:latin typeface="Trebuchet MS"/>
                <a:cs typeface="Trebuchet MS"/>
              </a:rPr>
              <a:t>n</a:t>
            </a:r>
            <a:r>
              <a:rPr sz="2800" spc="-55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and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210" dirty="0">
                <a:latin typeface="Trebuchet MS"/>
                <a:cs typeface="Trebuchet MS"/>
              </a:rPr>
              <a:t>n</a:t>
            </a:r>
            <a:r>
              <a:rPr sz="2800" spc="-305" dirty="0">
                <a:latin typeface="Trebuchet MS"/>
                <a:cs typeface="Trebuchet MS"/>
              </a:rPr>
              <a:t>a</a:t>
            </a:r>
            <a:r>
              <a:rPr sz="2800" spc="-195" dirty="0">
                <a:latin typeface="Trebuchet MS"/>
                <a:cs typeface="Trebuchet MS"/>
              </a:rPr>
              <a:t>vig</a:t>
            </a:r>
            <a:r>
              <a:rPr sz="2800" spc="-254" dirty="0">
                <a:latin typeface="Trebuchet MS"/>
                <a:cs typeface="Trebuchet MS"/>
              </a:rPr>
              <a:t>a</a:t>
            </a:r>
            <a:r>
              <a:rPr sz="2800" spc="-95" dirty="0">
                <a:latin typeface="Trebuchet MS"/>
                <a:cs typeface="Trebuchet MS"/>
              </a:rPr>
              <a:t>ti</a:t>
            </a:r>
            <a:r>
              <a:rPr sz="2800" spc="-140" dirty="0">
                <a:latin typeface="Trebuchet MS"/>
                <a:cs typeface="Trebuchet MS"/>
              </a:rPr>
              <a:t>o</a:t>
            </a:r>
            <a:r>
              <a:rPr sz="2800" spc="-135" dirty="0">
                <a:latin typeface="Trebuchet MS"/>
                <a:cs typeface="Trebuchet MS"/>
              </a:rPr>
              <a:t>n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55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-90" dirty="0">
                <a:latin typeface="Trebuchet MS"/>
                <a:cs typeface="Trebuchet MS"/>
              </a:rPr>
              <a:t>Debugger</a:t>
            </a:r>
            <a:endParaRPr sz="2800" dirty="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7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-135" dirty="0">
                <a:latin typeface="Trebuchet MS"/>
                <a:cs typeface="Trebuchet MS"/>
              </a:rPr>
              <a:t>Int</a:t>
            </a:r>
            <a:r>
              <a:rPr sz="2800" spc="-175" dirty="0">
                <a:latin typeface="Trebuchet MS"/>
                <a:cs typeface="Trebuchet MS"/>
              </a:rPr>
              <a:t>e</a:t>
            </a:r>
            <a:r>
              <a:rPr sz="2800" spc="-110" dirty="0">
                <a:latin typeface="Trebuchet MS"/>
                <a:cs typeface="Trebuchet MS"/>
              </a:rPr>
              <a:t>g</a:t>
            </a:r>
            <a:r>
              <a:rPr sz="2800" spc="-100" dirty="0">
                <a:latin typeface="Trebuchet MS"/>
                <a:cs typeface="Trebuchet MS"/>
              </a:rPr>
              <a:t>r</a:t>
            </a:r>
            <a:r>
              <a:rPr sz="2800" spc="-195" dirty="0">
                <a:latin typeface="Trebuchet MS"/>
                <a:cs typeface="Trebuchet MS"/>
              </a:rPr>
              <a:t>ated</a:t>
            </a:r>
            <a:r>
              <a:rPr sz="2800" spc="-50" dirty="0">
                <a:latin typeface="Trebuchet MS"/>
                <a:cs typeface="Trebuchet MS"/>
              </a:rPr>
              <a:t> d</a:t>
            </a:r>
            <a:r>
              <a:rPr sz="2800" spc="-45" dirty="0">
                <a:latin typeface="Trebuchet MS"/>
                <a:cs typeface="Trebuchet MS"/>
              </a:rPr>
              <a:t>o</a:t>
            </a:r>
            <a:r>
              <a:rPr sz="2800" spc="-130" dirty="0">
                <a:latin typeface="Trebuchet MS"/>
                <a:cs typeface="Trebuchet MS"/>
              </a:rPr>
              <a:t>cu</a:t>
            </a:r>
            <a:r>
              <a:rPr sz="2800" spc="-195" dirty="0">
                <a:latin typeface="Trebuchet MS"/>
                <a:cs typeface="Trebuchet MS"/>
              </a:rPr>
              <a:t>m</a:t>
            </a:r>
            <a:r>
              <a:rPr sz="2800" spc="-160" dirty="0">
                <a:latin typeface="Trebuchet MS"/>
                <a:cs typeface="Trebuchet MS"/>
              </a:rPr>
              <a:t>e</a:t>
            </a:r>
            <a:r>
              <a:rPr sz="2800" spc="-150" dirty="0">
                <a:latin typeface="Trebuchet MS"/>
                <a:cs typeface="Trebuchet MS"/>
              </a:rPr>
              <a:t>n</a:t>
            </a:r>
            <a:r>
              <a:rPr sz="2800" spc="-180" dirty="0">
                <a:latin typeface="Trebuchet MS"/>
                <a:cs typeface="Trebuchet MS"/>
              </a:rPr>
              <a:t>t</a:t>
            </a:r>
            <a:endParaRPr sz="2800" dirty="0">
              <a:latin typeface="Trebuchet MS"/>
              <a:cs typeface="Trebuchet MS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3891A7"/>
              </a:buClr>
              <a:buFont typeface="Verdana"/>
              <a:buChar char="◦"/>
            </a:pPr>
            <a:endParaRPr sz="47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40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5"/>
            <a:ext cx="212407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20" dirty="0">
                <a:solidFill>
                  <a:srgbClr val="0A5293"/>
                </a:solidFill>
                <a:latin typeface="Trebuchet MS"/>
                <a:cs typeface="Trebuchet MS"/>
              </a:rPr>
              <a:t>PyCharm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1742" y="1066617"/>
            <a:ext cx="10970258" cy="5081776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1300" marR="5080" indent="-229235">
              <a:lnSpc>
                <a:spcPct val="150000"/>
              </a:lnSpc>
              <a:spcBef>
                <a:spcPts val="820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r>
              <a:rPr sz="3000" spc="-85" dirty="0">
                <a:latin typeface="Trebuchet MS"/>
                <a:cs typeface="Trebuchet MS"/>
              </a:rPr>
              <a:t>Suppo</a:t>
            </a:r>
            <a:r>
              <a:rPr sz="3000" spc="-5" dirty="0">
                <a:latin typeface="Trebuchet MS"/>
                <a:cs typeface="Trebuchet MS"/>
              </a:rPr>
              <a:t>r</a:t>
            </a:r>
            <a:r>
              <a:rPr sz="3000" spc="-165" dirty="0">
                <a:latin typeface="Trebuchet MS"/>
                <a:cs typeface="Trebuchet MS"/>
              </a:rPr>
              <a:t>t</a:t>
            </a:r>
            <a:r>
              <a:rPr sz="3000" spc="-245" dirty="0">
                <a:latin typeface="Trebuchet MS"/>
                <a:cs typeface="Trebuchet MS"/>
              </a:rPr>
              <a:t>e</a:t>
            </a:r>
            <a:r>
              <a:rPr sz="3000" spc="-145" dirty="0">
                <a:latin typeface="Trebuchet MS"/>
                <a:cs typeface="Trebuchet MS"/>
              </a:rPr>
              <a:t>d</a:t>
            </a:r>
            <a:r>
              <a:rPr sz="3000" spc="-30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ac</a:t>
            </a:r>
            <a:r>
              <a:rPr sz="3000" spc="-200" dirty="0">
                <a:latin typeface="Trebuchet MS"/>
                <a:cs typeface="Trebuchet MS"/>
              </a:rPr>
              <a:t>r</a:t>
            </a:r>
            <a:r>
              <a:rPr sz="3000" spc="-25" dirty="0">
                <a:latin typeface="Trebuchet MS"/>
                <a:cs typeface="Trebuchet MS"/>
              </a:rPr>
              <a:t>oss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L</a:t>
            </a:r>
            <a:r>
              <a:rPr sz="3000" spc="-85" dirty="0">
                <a:latin typeface="Trebuchet MS"/>
                <a:cs typeface="Trebuchet MS"/>
              </a:rPr>
              <a:t>i</a:t>
            </a:r>
            <a:r>
              <a:rPr sz="3000" spc="-165" dirty="0">
                <a:latin typeface="Trebuchet MS"/>
                <a:cs typeface="Trebuchet MS"/>
              </a:rPr>
              <a:t>n</a:t>
            </a:r>
            <a:r>
              <a:rPr sz="3000" spc="-200" dirty="0">
                <a:latin typeface="Trebuchet MS"/>
                <a:cs typeface="Trebuchet MS"/>
              </a:rPr>
              <a:t>ux,</a:t>
            </a:r>
            <a:r>
              <a:rPr sz="3000" spc="-325" dirty="0">
                <a:latin typeface="Trebuchet MS"/>
                <a:cs typeface="Trebuchet MS"/>
              </a:rPr>
              <a:t> </a:t>
            </a:r>
            <a:r>
              <a:rPr sz="3000" spc="-50" dirty="0">
                <a:latin typeface="Trebuchet MS"/>
                <a:cs typeface="Trebuchet MS"/>
              </a:rPr>
              <a:t>Ma</a:t>
            </a:r>
            <a:r>
              <a:rPr sz="3000" spc="-175" dirty="0">
                <a:latin typeface="Trebuchet MS"/>
                <a:cs typeface="Trebuchet MS"/>
              </a:rPr>
              <a:t>c</a:t>
            </a:r>
            <a:r>
              <a:rPr sz="3000" spc="-35" dirty="0">
                <a:latin typeface="Trebuchet MS"/>
                <a:cs typeface="Trebuchet MS"/>
              </a:rPr>
              <a:t> </a:t>
            </a:r>
            <a:r>
              <a:rPr sz="3000" spc="140" dirty="0">
                <a:latin typeface="Trebuchet MS"/>
                <a:cs typeface="Trebuchet MS"/>
              </a:rPr>
              <a:t>OS  </a:t>
            </a:r>
            <a:r>
              <a:rPr sz="3000" spc="450" dirty="0">
                <a:latin typeface="Trebuchet MS"/>
                <a:cs typeface="Trebuchet MS"/>
              </a:rPr>
              <a:t>X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95" dirty="0">
                <a:latin typeface="Trebuchet MS"/>
                <a:cs typeface="Trebuchet MS"/>
              </a:rPr>
              <a:t>and</a:t>
            </a:r>
            <a:r>
              <a:rPr sz="3000" spc="-455" dirty="0">
                <a:latin typeface="Trebuchet MS"/>
                <a:cs typeface="Trebuchet MS"/>
              </a:rPr>
              <a:t> </a:t>
            </a:r>
            <a:r>
              <a:rPr sz="3000" spc="25" dirty="0">
                <a:latin typeface="Trebuchet MS"/>
                <a:cs typeface="Trebuchet MS"/>
              </a:rPr>
              <a:t>Wind</a:t>
            </a:r>
            <a:r>
              <a:rPr sz="3000" spc="-10" dirty="0">
                <a:latin typeface="Trebuchet MS"/>
                <a:cs typeface="Trebuchet MS"/>
              </a:rPr>
              <a:t>o</a:t>
            </a:r>
            <a:r>
              <a:rPr sz="3000" spc="-95" dirty="0">
                <a:latin typeface="Trebuchet MS"/>
                <a:cs typeface="Trebuchet MS"/>
              </a:rPr>
              <a:t>w</a:t>
            </a:r>
            <a:r>
              <a:rPr sz="3000" spc="-50" dirty="0">
                <a:latin typeface="Trebuchet MS"/>
                <a:cs typeface="Trebuchet MS"/>
              </a:rPr>
              <a:t>s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260" dirty="0">
                <a:latin typeface="Trebuchet MS"/>
                <a:cs typeface="Trebuchet MS"/>
              </a:rPr>
              <a:t>plat</a:t>
            </a:r>
            <a:r>
              <a:rPr sz="3000" spc="-229" dirty="0">
                <a:latin typeface="Trebuchet MS"/>
                <a:cs typeface="Trebuchet MS"/>
              </a:rPr>
              <a:t>f</a:t>
            </a:r>
            <a:r>
              <a:rPr sz="3000" spc="-45" dirty="0">
                <a:latin typeface="Trebuchet MS"/>
                <a:cs typeface="Trebuchet MS"/>
              </a:rPr>
              <a:t>orms</a:t>
            </a:r>
            <a:endParaRPr sz="3000" dirty="0">
              <a:latin typeface="Trebuchet MS"/>
              <a:cs typeface="Trebuchet MS"/>
            </a:endParaRPr>
          </a:p>
          <a:p>
            <a:pPr marL="241300" marR="398780" indent="-229235">
              <a:lnSpc>
                <a:spcPct val="150000"/>
              </a:lnSpc>
              <a:spcBef>
                <a:spcPts val="985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309880" algn="l"/>
                <a:tab pos="310515" algn="l"/>
              </a:tabLst>
            </a:pPr>
            <a:r>
              <a:rPr dirty="0"/>
              <a:t>	</a:t>
            </a:r>
            <a:r>
              <a:rPr sz="3000" spc="160" dirty="0">
                <a:latin typeface="Trebuchet MS"/>
                <a:cs typeface="Trebuchet MS"/>
              </a:rPr>
              <a:t>A</a:t>
            </a:r>
            <a:r>
              <a:rPr sz="3000" spc="-225" dirty="0">
                <a:latin typeface="Trebuchet MS"/>
                <a:cs typeface="Trebuchet MS"/>
              </a:rPr>
              <a:t>vailable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180" dirty="0">
                <a:latin typeface="Trebuchet MS"/>
                <a:cs typeface="Trebuchet MS"/>
              </a:rPr>
              <a:t>as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90" dirty="0">
                <a:latin typeface="Trebuchet MS"/>
                <a:cs typeface="Trebuchet MS"/>
              </a:rPr>
              <a:t>c</a:t>
            </a:r>
            <a:r>
              <a:rPr sz="3000" spc="-100" dirty="0">
                <a:latin typeface="Trebuchet MS"/>
                <a:cs typeface="Trebuchet MS"/>
              </a:rPr>
              <a:t>om</a:t>
            </a:r>
            <a:r>
              <a:rPr sz="3000" spc="-140" dirty="0">
                <a:latin typeface="Trebuchet MS"/>
                <a:cs typeface="Trebuchet MS"/>
              </a:rPr>
              <a:t>m</a:t>
            </a:r>
            <a:r>
              <a:rPr sz="3000" spc="-170" dirty="0">
                <a:latin typeface="Trebuchet MS"/>
                <a:cs typeface="Trebuchet MS"/>
              </a:rPr>
              <a:t>unity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250" dirty="0">
                <a:latin typeface="Trebuchet MS"/>
                <a:cs typeface="Trebuchet MS"/>
              </a:rPr>
              <a:t>(</a:t>
            </a:r>
            <a:r>
              <a:rPr sz="3000" spc="-245" dirty="0">
                <a:latin typeface="Trebuchet MS"/>
                <a:cs typeface="Trebuchet MS"/>
              </a:rPr>
              <a:t>f</a:t>
            </a:r>
            <a:r>
              <a:rPr sz="3000" spc="-40" dirty="0">
                <a:latin typeface="Trebuchet MS"/>
                <a:cs typeface="Trebuchet MS"/>
              </a:rPr>
              <a:t>r</a:t>
            </a:r>
            <a:r>
              <a:rPr sz="3000" spc="-155" dirty="0">
                <a:latin typeface="Trebuchet MS"/>
                <a:cs typeface="Trebuchet MS"/>
              </a:rPr>
              <a:t>ee  </a:t>
            </a:r>
            <a:r>
              <a:rPr sz="3000" spc="-120" dirty="0">
                <a:latin typeface="Trebuchet MS"/>
                <a:cs typeface="Trebuchet MS"/>
              </a:rPr>
              <a:t>open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35" dirty="0">
                <a:latin typeface="Trebuchet MS"/>
                <a:cs typeface="Trebuchet MS"/>
              </a:rPr>
              <a:t>sou</a:t>
            </a:r>
            <a:r>
              <a:rPr sz="3000" spc="-110" dirty="0">
                <a:latin typeface="Trebuchet MS"/>
                <a:cs typeface="Trebuchet MS"/>
              </a:rPr>
              <a:t>r</a:t>
            </a:r>
            <a:r>
              <a:rPr sz="3000" spc="-170" dirty="0">
                <a:latin typeface="Trebuchet MS"/>
                <a:cs typeface="Trebuchet MS"/>
              </a:rPr>
              <a:t>ce)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195" dirty="0">
                <a:latin typeface="Trebuchet MS"/>
                <a:cs typeface="Trebuchet MS"/>
              </a:rPr>
              <a:t>and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p</a:t>
            </a:r>
            <a:r>
              <a:rPr sz="3000" spc="-140" dirty="0">
                <a:latin typeface="Trebuchet MS"/>
                <a:cs typeface="Trebuchet MS"/>
              </a:rPr>
              <a:t>r</a:t>
            </a:r>
            <a:r>
              <a:rPr sz="3000" spc="-190" dirty="0">
                <a:latin typeface="Trebuchet MS"/>
                <a:cs typeface="Trebuchet MS"/>
              </a:rPr>
              <a:t>o</a:t>
            </a:r>
            <a:r>
              <a:rPr sz="3000" spc="-150" dirty="0">
                <a:latin typeface="Trebuchet MS"/>
                <a:cs typeface="Trebuchet MS"/>
              </a:rPr>
              <a:t>f</a:t>
            </a:r>
            <a:r>
              <a:rPr sz="3000" spc="-130" dirty="0">
                <a:latin typeface="Trebuchet MS"/>
                <a:cs typeface="Trebuchet MS"/>
              </a:rPr>
              <a:t>ession</a:t>
            </a:r>
            <a:r>
              <a:rPr sz="3000" spc="-160" dirty="0">
                <a:latin typeface="Trebuchet MS"/>
                <a:cs typeface="Trebuchet MS"/>
              </a:rPr>
              <a:t>a</a:t>
            </a:r>
            <a:r>
              <a:rPr sz="3000" spc="-235" dirty="0">
                <a:latin typeface="Trebuchet MS"/>
                <a:cs typeface="Trebuchet MS"/>
              </a:rPr>
              <a:t>l  </a:t>
            </a:r>
            <a:r>
              <a:rPr sz="3000" spc="-229" dirty="0">
                <a:latin typeface="Trebuchet MS"/>
                <a:cs typeface="Trebuchet MS"/>
              </a:rPr>
              <a:t>(pa</a:t>
            </a:r>
            <a:r>
              <a:rPr sz="3000" spc="-130" dirty="0">
                <a:latin typeface="Trebuchet MS"/>
                <a:cs typeface="Trebuchet MS"/>
              </a:rPr>
              <a:t>i</a:t>
            </a:r>
            <a:r>
              <a:rPr sz="3000" spc="-140" dirty="0">
                <a:latin typeface="Trebuchet MS"/>
                <a:cs typeface="Trebuchet MS"/>
              </a:rPr>
              <a:t>d)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225" dirty="0">
                <a:latin typeface="Trebuchet MS"/>
                <a:cs typeface="Trebuchet MS"/>
              </a:rPr>
              <a:t>v</a:t>
            </a:r>
            <a:r>
              <a:rPr sz="3000" spc="-90" dirty="0">
                <a:latin typeface="Trebuchet MS"/>
                <a:cs typeface="Trebuchet MS"/>
              </a:rPr>
              <a:t>ersion</a:t>
            </a:r>
            <a:endParaRPr sz="3000" dirty="0">
              <a:latin typeface="Trebuchet MS"/>
              <a:cs typeface="Trebuchet MS"/>
            </a:endParaRPr>
          </a:p>
          <a:p>
            <a:pPr marL="241300" indent="-229235">
              <a:lnSpc>
                <a:spcPct val="150000"/>
              </a:lnSpc>
              <a:spcBef>
                <a:spcPts val="300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r>
              <a:rPr sz="3000" spc="-85" dirty="0">
                <a:latin typeface="Trebuchet MS"/>
                <a:cs typeface="Trebuchet MS"/>
              </a:rPr>
              <a:t>Suppo</a:t>
            </a:r>
            <a:r>
              <a:rPr sz="3000" spc="-10" dirty="0">
                <a:latin typeface="Trebuchet MS"/>
                <a:cs typeface="Trebuchet MS"/>
              </a:rPr>
              <a:t>r</a:t>
            </a:r>
            <a:r>
              <a:rPr sz="3000" spc="-125" dirty="0">
                <a:latin typeface="Trebuchet MS"/>
                <a:cs typeface="Trebuchet MS"/>
              </a:rPr>
              <a:t>ts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on</a:t>
            </a:r>
            <a:r>
              <a:rPr sz="3000" spc="-95" dirty="0">
                <a:latin typeface="Trebuchet MS"/>
                <a:cs typeface="Trebuchet MS"/>
              </a:rPr>
              <a:t>l</a:t>
            </a:r>
            <a:r>
              <a:rPr sz="3000" spc="-165" dirty="0">
                <a:latin typeface="Trebuchet MS"/>
                <a:cs typeface="Trebuchet MS"/>
              </a:rPr>
              <a:t>y</a:t>
            </a:r>
            <a:r>
              <a:rPr sz="3000" spc="-85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P</a:t>
            </a:r>
            <a:r>
              <a:rPr sz="3000" spc="-160" dirty="0">
                <a:latin typeface="Trebuchet MS"/>
                <a:cs typeface="Trebuchet MS"/>
              </a:rPr>
              <a:t>y</a:t>
            </a:r>
            <a:r>
              <a:rPr sz="3000" spc="-105" dirty="0">
                <a:latin typeface="Trebuchet MS"/>
                <a:cs typeface="Trebuchet MS"/>
              </a:rPr>
              <a:t>thon</a:t>
            </a:r>
            <a:endParaRPr sz="3000" dirty="0">
              <a:latin typeface="Trebuchet MS"/>
              <a:cs typeface="Trebuchet MS"/>
            </a:endParaRPr>
          </a:p>
          <a:p>
            <a:pPr marL="241300" marR="363220" indent="-229235">
              <a:lnSpc>
                <a:spcPct val="150000"/>
              </a:lnSpc>
              <a:spcBef>
                <a:spcPts val="1000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r>
              <a:rPr sz="3000" spc="-145" dirty="0">
                <a:latin typeface="Trebuchet MS"/>
                <a:cs typeface="Trebuchet MS"/>
              </a:rPr>
              <a:t>Bundled</a:t>
            </a:r>
            <a:r>
              <a:rPr sz="3000" spc="-70" dirty="0">
                <a:latin typeface="Trebuchet MS"/>
                <a:cs typeface="Trebuchet MS"/>
              </a:rPr>
              <a:t> </a:t>
            </a:r>
            <a:r>
              <a:rPr sz="3000" spc="-204" dirty="0">
                <a:latin typeface="Trebuchet MS"/>
                <a:cs typeface="Trebuchet MS"/>
              </a:rPr>
              <a:t>w</a:t>
            </a:r>
            <a:r>
              <a:rPr sz="3000" spc="-75" dirty="0">
                <a:latin typeface="Trebuchet MS"/>
                <a:cs typeface="Trebuchet MS"/>
              </a:rPr>
              <a:t>i</a:t>
            </a:r>
            <a:r>
              <a:rPr sz="3000" spc="-165" dirty="0">
                <a:latin typeface="Trebuchet MS"/>
                <a:cs typeface="Trebuchet MS"/>
              </a:rPr>
              <a:t>th</a:t>
            </a:r>
            <a:r>
              <a:rPr sz="3000" spc="-370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Anaconda  </a:t>
            </a:r>
            <a:r>
              <a:rPr sz="3000" spc="-135" dirty="0">
                <a:latin typeface="Trebuchet MS"/>
                <a:cs typeface="Trebuchet MS"/>
              </a:rPr>
              <a:t>distribution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which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comes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with </a:t>
            </a:r>
            <a:r>
              <a:rPr sz="3000" spc="-885" dirty="0">
                <a:latin typeface="Trebuchet MS"/>
                <a:cs typeface="Trebuchet MS"/>
              </a:rPr>
              <a:t> </a:t>
            </a:r>
            <a:r>
              <a:rPr sz="3000" spc="-250" dirty="0">
                <a:latin typeface="Trebuchet MS"/>
                <a:cs typeface="Trebuchet MS"/>
              </a:rPr>
              <a:t>all</a:t>
            </a:r>
            <a:r>
              <a:rPr sz="3000" spc="-65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P</a:t>
            </a:r>
            <a:r>
              <a:rPr sz="3000" spc="-200" dirty="0">
                <a:latin typeface="Trebuchet MS"/>
                <a:cs typeface="Trebuchet MS"/>
              </a:rPr>
              <a:t>y</a:t>
            </a:r>
            <a:r>
              <a:rPr sz="3000" spc="-170" dirty="0">
                <a:latin typeface="Trebuchet MS"/>
                <a:cs typeface="Trebuchet MS"/>
              </a:rPr>
              <a:t>t</a:t>
            </a:r>
            <a:r>
              <a:rPr sz="3000" spc="-80" dirty="0">
                <a:latin typeface="Trebuchet MS"/>
                <a:cs typeface="Trebuchet MS"/>
              </a:rPr>
              <a:t>hon</a:t>
            </a:r>
            <a:r>
              <a:rPr sz="3000" spc="-55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libr</a:t>
            </a:r>
            <a:r>
              <a:rPr sz="3000" spc="-220" dirty="0">
                <a:latin typeface="Trebuchet MS"/>
                <a:cs typeface="Trebuchet MS"/>
              </a:rPr>
              <a:t>a</a:t>
            </a:r>
            <a:r>
              <a:rPr sz="3000" spc="-110" dirty="0">
                <a:latin typeface="Trebuchet MS"/>
                <a:cs typeface="Trebuchet MS"/>
              </a:rPr>
              <a:t>ries</a:t>
            </a:r>
            <a:endParaRPr sz="3000" dirty="0">
              <a:latin typeface="Trebuchet MS"/>
              <a:cs typeface="Trebuchet MS"/>
            </a:endParaRPr>
          </a:p>
          <a:p>
            <a:pPr marL="698500" lvl="1" indent="-229235">
              <a:lnSpc>
                <a:spcPct val="150000"/>
              </a:lnSpc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600" spc="-30" dirty="0">
                <a:latin typeface="Trebuchet MS"/>
                <a:cs typeface="Trebuchet MS"/>
              </a:rPr>
              <a:t>Can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290" dirty="0">
                <a:latin typeface="Trebuchet MS"/>
                <a:cs typeface="Trebuchet MS"/>
              </a:rPr>
              <a:t>a</a:t>
            </a:r>
            <a:r>
              <a:rPr sz="2600" spc="-160" dirty="0">
                <a:latin typeface="Trebuchet MS"/>
                <a:cs typeface="Trebuchet MS"/>
              </a:rPr>
              <a:t>l</a:t>
            </a:r>
            <a:r>
              <a:rPr sz="2600" spc="-5" dirty="0">
                <a:latin typeface="Trebuchet MS"/>
                <a:cs typeface="Trebuchet MS"/>
              </a:rPr>
              <a:t>so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be</a:t>
            </a:r>
            <a:r>
              <a:rPr sz="2600" spc="-60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</a:t>
            </a:r>
            <a:r>
              <a:rPr sz="2600" spc="-185" dirty="0">
                <a:latin typeface="Trebuchet MS"/>
                <a:cs typeface="Trebuchet MS"/>
              </a:rPr>
              <a:t>n</a:t>
            </a:r>
            <a:r>
              <a:rPr sz="2600" spc="-110" dirty="0">
                <a:latin typeface="Trebuchet MS"/>
                <a:cs typeface="Trebuchet MS"/>
              </a:rPr>
              <a:t>s</a:t>
            </a:r>
            <a:r>
              <a:rPr sz="2600" spc="-120" dirty="0">
                <a:latin typeface="Trebuchet MS"/>
                <a:cs typeface="Trebuchet MS"/>
              </a:rPr>
              <a:t>t</a:t>
            </a:r>
            <a:r>
              <a:rPr sz="2600" spc="-290" dirty="0">
                <a:latin typeface="Trebuchet MS"/>
                <a:cs typeface="Trebuchet MS"/>
              </a:rPr>
              <a:t>a</a:t>
            </a:r>
            <a:r>
              <a:rPr sz="2600" spc="-160" dirty="0">
                <a:latin typeface="Trebuchet MS"/>
                <a:cs typeface="Trebuchet MS"/>
              </a:rPr>
              <a:t>l</a:t>
            </a:r>
            <a:r>
              <a:rPr sz="2600" spc="-155" dirty="0">
                <a:latin typeface="Trebuchet MS"/>
                <a:cs typeface="Trebuchet MS"/>
              </a:rPr>
              <a:t>le</a:t>
            </a:r>
            <a:r>
              <a:rPr sz="2600" spc="-195" dirty="0">
                <a:latin typeface="Trebuchet MS"/>
                <a:cs typeface="Trebuchet MS"/>
              </a:rPr>
              <a:t>d</a:t>
            </a:r>
            <a:r>
              <a:rPr sz="2600" spc="-7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s</a:t>
            </a:r>
            <a:r>
              <a:rPr sz="2600" spc="-140" dirty="0">
                <a:latin typeface="Trebuchet MS"/>
                <a:cs typeface="Trebuchet MS"/>
              </a:rPr>
              <a:t>e</a:t>
            </a:r>
            <a:r>
              <a:rPr sz="2600" spc="-210" dirty="0">
                <a:latin typeface="Trebuchet MS"/>
                <a:cs typeface="Trebuchet MS"/>
              </a:rPr>
              <a:t>p</a:t>
            </a:r>
            <a:r>
              <a:rPr sz="2600" spc="-190" dirty="0">
                <a:latin typeface="Trebuchet MS"/>
                <a:cs typeface="Trebuchet MS"/>
              </a:rPr>
              <a:t>a</a:t>
            </a:r>
            <a:r>
              <a:rPr sz="2600" spc="-165" dirty="0">
                <a:latin typeface="Trebuchet MS"/>
                <a:cs typeface="Trebuchet MS"/>
              </a:rPr>
              <a:t>rate</a:t>
            </a:r>
            <a:r>
              <a:rPr sz="2600" spc="-130" dirty="0">
                <a:latin typeface="Trebuchet MS"/>
                <a:cs typeface="Trebuchet MS"/>
              </a:rPr>
              <a:t>l</a:t>
            </a:r>
            <a:r>
              <a:rPr sz="2600" spc="-145" dirty="0">
                <a:latin typeface="Trebuchet MS"/>
                <a:cs typeface="Trebuchet MS"/>
              </a:rPr>
              <a:t>y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41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5"/>
            <a:ext cx="212407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20" dirty="0">
                <a:solidFill>
                  <a:srgbClr val="0A5293"/>
                </a:solidFill>
                <a:latin typeface="Trebuchet MS"/>
                <a:cs typeface="Trebuchet MS"/>
              </a:rPr>
              <a:t>PyCharm</a:t>
            </a:r>
            <a:endParaRPr sz="4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3875" y="1185675"/>
            <a:ext cx="9817608" cy="5242559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42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5"/>
            <a:ext cx="212407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20" dirty="0">
                <a:solidFill>
                  <a:srgbClr val="0A5293"/>
                </a:solidFill>
                <a:latin typeface="Trebuchet MS"/>
                <a:cs typeface="Trebuchet MS"/>
              </a:rPr>
              <a:t>PyCharm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46609"/>
            <a:ext cx="5519420" cy="40190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3891A7"/>
              </a:buClr>
              <a:buSzPct val="69444"/>
              <a:buFont typeface="Segoe UI Symbol"/>
              <a:buChar char="⚫"/>
              <a:tabLst>
                <a:tab pos="241935" algn="l"/>
              </a:tabLst>
            </a:pPr>
            <a:r>
              <a:rPr sz="3600" spc="-265" dirty="0">
                <a:latin typeface="Trebuchet MS"/>
                <a:cs typeface="Trebuchet MS"/>
              </a:rPr>
              <a:t>F</a:t>
            </a:r>
            <a:r>
              <a:rPr sz="3600" spc="-204" dirty="0">
                <a:latin typeface="Trebuchet MS"/>
                <a:cs typeface="Trebuchet MS"/>
              </a:rPr>
              <a:t>eatu</a:t>
            </a:r>
            <a:r>
              <a:rPr sz="3600" spc="-225" dirty="0">
                <a:latin typeface="Trebuchet MS"/>
                <a:cs typeface="Trebuchet MS"/>
              </a:rPr>
              <a:t>r</a:t>
            </a:r>
            <a:r>
              <a:rPr sz="3600" spc="-160" dirty="0">
                <a:latin typeface="Trebuchet MS"/>
                <a:cs typeface="Trebuchet MS"/>
              </a:rPr>
              <a:t>es</a:t>
            </a:r>
            <a:r>
              <a:rPr sz="3600" spc="-90" dirty="0">
                <a:latin typeface="Trebuchet MS"/>
                <a:cs typeface="Trebuchet MS"/>
              </a:rPr>
              <a:t> </a:t>
            </a:r>
            <a:r>
              <a:rPr sz="3600" spc="-215" dirty="0">
                <a:latin typeface="Trebuchet MS"/>
                <a:cs typeface="Trebuchet MS"/>
              </a:rPr>
              <a:t>include</a:t>
            </a:r>
            <a:endParaRPr sz="3600">
              <a:latin typeface="Trebuchet MS"/>
              <a:cs typeface="Trebuchet MS"/>
            </a:endParaRPr>
          </a:p>
          <a:p>
            <a:pPr marL="698500" marR="5080" lvl="1" indent="-228600">
              <a:lnSpc>
                <a:spcPts val="3460"/>
              </a:lnSpc>
              <a:spcBef>
                <a:spcPts val="565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3200" spc="5" dirty="0">
                <a:latin typeface="Trebuchet MS"/>
                <a:cs typeface="Trebuchet MS"/>
              </a:rPr>
              <a:t>Code</a:t>
            </a:r>
            <a:r>
              <a:rPr sz="3200" spc="145" dirty="0">
                <a:latin typeface="Trebuchet MS"/>
                <a:cs typeface="Trebuchet MS"/>
              </a:rPr>
              <a:t> </a:t>
            </a:r>
            <a:r>
              <a:rPr sz="3200" spc="-120" dirty="0">
                <a:latin typeface="Trebuchet MS"/>
                <a:cs typeface="Trebuchet MS"/>
              </a:rPr>
              <a:t>editor</a:t>
            </a:r>
            <a:r>
              <a:rPr sz="3200" spc="140" dirty="0">
                <a:latin typeface="Trebuchet MS"/>
                <a:cs typeface="Trebuchet MS"/>
              </a:rPr>
              <a:t> </a:t>
            </a:r>
            <a:r>
              <a:rPr sz="3200" spc="-130" dirty="0">
                <a:latin typeface="Trebuchet MS"/>
                <a:cs typeface="Trebuchet MS"/>
              </a:rPr>
              <a:t>provides</a:t>
            </a:r>
            <a:r>
              <a:rPr sz="3200" spc="150" dirty="0">
                <a:latin typeface="Trebuchet MS"/>
                <a:cs typeface="Trebuchet MS"/>
              </a:rPr>
              <a:t> </a:t>
            </a:r>
            <a:r>
              <a:rPr sz="3200" spc="-150" dirty="0">
                <a:latin typeface="Trebuchet MS"/>
                <a:cs typeface="Trebuchet MS"/>
              </a:rPr>
              <a:t>syntax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204" dirty="0">
                <a:latin typeface="Trebuchet MS"/>
                <a:cs typeface="Trebuchet MS"/>
              </a:rPr>
              <a:t>and</a:t>
            </a:r>
            <a:r>
              <a:rPr sz="3200" spc="-85" dirty="0">
                <a:latin typeface="Trebuchet MS"/>
                <a:cs typeface="Trebuchet MS"/>
              </a:rPr>
              <a:t> </a:t>
            </a:r>
            <a:r>
              <a:rPr sz="3200" spc="-110" dirty="0">
                <a:latin typeface="Trebuchet MS"/>
                <a:cs typeface="Trebuchet MS"/>
              </a:rPr>
              <a:t>e</a:t>
            </a:r>
            <a:r>
              <a:rPr sz="3200" spc="-114" dirty="0">
                <a:latin typeface="Trebuchet MS"/>
                <a:cs typeface="Trebuchet MS"/>
              </a:rPr>
              <a:t>r</a:t>
            </a:r>
            <a:r>
              <a:rPr sz="3200" spc="-60" dirty="0">
                <a:latin typeface="Trebuchet MS"/>
                <a:cs typeface="Trebuchet MS"/>
              </a:rPr>
              <a:t>r</a:t>
            </a:r>
            <a:r>
              <a:rPr sz="3200" spc="35" dirty="0">
                <a:latin typeface="Trebuchet MS"/>
                <a:cs typeface="Trebuchet MS"/>
              </a:rPr>
              <a:t>or</a:t>
            </a:r>
            <a:r>
              <a:rPr sz="3200" spc="-90" dirty="0">
                <a:latin typeface="Trebuchet MS"/>
                <a:cs typeface="Trebuchet MS"/>
              </a:rPr>
              <a:t> </a:t>
            </a:r>
            <a:r>
              <a:rPr sz="3200" spc="-235" dirty="0">
                <a:latin typeface="Trebuchet MS"/>
                <a:cs typeface="Trebuchet MS"/>
              </a:rPr>
              <a:t>h</a:t>
            </a:r>
            <a:r>
              <a:rPr sz="3200" spc="-114" dirty="0">
                <a:latin typeface="Trebuchet MS"/>
                <a:cs typeface="Trebuchet MS"/>
              </a:rPr>
              <a:t>i</a:t>
            </a:r>
            <a:r>
              <a:rPr sz="3200" spc="-185" dirty="0">
                <a:latin typeface="Trebuchet MS"/>
                <a:cs typeface="Trebuchet MS"/>
              </a:rPr>
              <a:t>g</a:t>
            </a:r>
            <a:r>
              <a:rPr sz="3200" spc="-200" dirty="0">
                <a:latin typeface="Trebuchet MS"/>
                <a:cs typeface="Trebuchet MS"/>
              </a:rPr>
              <a:t>h</a:t>
            </a:r>
            <a:r>
              <a:rPr sz="3200" spc="-215" dirty="0">
                <a:latin typeface="Trebuchet MS"/>
                <a:cs typeface="Trebuchet MS"/>
              </a:rPr>
              <a:t>ligh</a:t>
            </a:r>
            <a:r>
              <a:rPr sz="3200" spc="-220" dirty="0">
                <a:latin typeface="Trebuchet MS"/>
                <a:cs typeface="Trebuchet MS"/>
              </a:rPr>
              <a:t>t</a:t>
            </a:r>
            <a:r>
              <a:rPr sz="3200" spc="-204" dirty="0">
                <a:latin typeface="Trebuchet MS"/>
                <a:cs typeface="Trebuchet MS"/>
              </a:rPr>
              <a:t>ing</a:t>
            </a:r>
            <a:endParaRPr sz="3200">
              <a:latin typeface="Trebuchet MS"/>
              <a:cs typeface="Trebuchet MS"/>
            </a:endParaRPr>
          </a:p>
          <a:p>
            <a:pPr marL="698500" marR="1235075" lvl="1" indent="-228600">
              <a:lnSpc>
                <a:spcPts val="3460"/>
              </a:lnSpc>
              <a:spcBef>
                <a:spcPts val="50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3200" spc="5" dirty="0">
                <a:latin typeface="Trebuchet MS"/>
                <a:cs typeface="Trebuchet MS"/>
              </a:rPr>
              <a:t>Cod</a:t>
            </a:r>
            <a:r>
              <a:rPr sz="3200" spc="10" dirty="0">
                <a:latin typeface="Trebuchet MS"/>
                <a:cs typeface="Trebuchet MS"/>
              </a:rPr>
              <a:t>e</a:t>
            </a:r>
            <a:r>
              <a:rPr sz="3200" spc="-75" dirty="0">
                <a:latin typeface="Trebuchet MS"/>
                <a:cs typeface="Trebuchet MS"/>
              </a:rPr>
              <a:t> </a:t>
            </a:r>
            <a:r>
              <a:rPr sz="3200" spc="-65" dirty="0">
                <a:latin typeface="Trebuchet MS"/>
                <a:cs typeface="Trebuchet MS"/>
              </a:rPr>
              <a:t>c</a:t>
            </a:r>
            <a:r>
              <a:rPr sz="3200" spc="-85" dirty="0">
                <a:latin typeface="Trebuchet MS"/>
                <a:cs typeface="Trebuchet MS"/>
              </a:rPr>
              <a:t>o</a:t>
            </a:r>
            <a:r>
              <a:rPr sz="3200" spc="-254" dirty="0">
                <a:latin typeface="Trebuchet MS"/>
                <a:cs typeface="Trebuchet MS"/>
              </a:rPr>
              <a:t>mp</a:t>
            </a:r>
            <a:r>
              <a:rPr sz="3200" spc="-105" dirty="0">
                <a:latin typeface="Trebuchet MS"/>
                <a:cs typeface="Trebuchet MS"/>
              </a:rPr>
              <a:t>l</a:t>
            </a:r>
            <a:r>
              <a:rPr sz="3200" spc="-145" dirty="0">
                <a:latin typeface="Trebuchet MS"/>
                <a:cs typeface="Trebuchet MS"/>
              </a:rPr>
              <a:t>etion</a:t>
            </a:r>
            <a:r>
              <a:rPr sz="3200" spc="-114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and  </a:t>
            </a:r>
            <a:r>
              <a:rPr sz="3200" spc="-204" dirty="0">
                <a:latin typeface="Trebuchet MS"/>
                <a:cs typeface="Trebuchet MS"/>
              </a:rPr>
              <a:t>navigation</a:t>
            </a:r>
            <a:endParaRPr sz="32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55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3200" spc="-90" dirty="0">
                <a:latin typeface="Trebuchet MS"/>
                <a:cs typeface="Trebuchet MS"/>
              </a:rPr>
              <a:t>Unit</a:t>
            </a:r>
            <a:r>
              <a:rPr sz="3200" spc="-135" dirty="0">
                <a:latin typeface="Trebuchet MS"/>
                <a:cs typeface="Trebuchet MS"/>
              </a:rPr>
              <a:t> </a:t>
            </a:r>
            <a:r>
              <a:rPr sz="3200" spc="-185" dirty="0">
                <a:latin typeface="Trebuchet MS"/>
                <a:cs typeface="Trebuchet MS"/>
              </a:rPr>
              <a:t>testing</a:t>
            </a:r>
            <a:endParaRPr sz="32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2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3200" spc="-95" dirty="0">
                <a:latin typeface="Trebuchet MS"/>
                <a:cs typeface="Trebuchet MS"/>
              </a:rPr>
              <a:t>Debugger</a:t>
            </a:r>
            <a:endParaRPr sz="3200">
              <a:latin typeface="Trebuchet MS"/>
              <a:cs typeface="Trebuchet MS"/>
            </a:endParaRPr>
          </a:p>
          <a:p>
            <a:pPr marL="698500" lvl="1" indent="-229235">
              <a:lnSpc>
                <a:spcPct val="100000"/>
              </a:lnSpc>
              <a:spcBef>
                <a:spcPts val="12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3200" spc="-120" dirty="0">
                <a:latin typeface="Trebuchet MS"/>
                <a:cs typeface="Trebuchet MS"/>
              </a:rPr>
              <a:t>Version </a:t>
            </a:r>
            <a:r>
              <a:rPr sz="3200" spc="-105" dirty="0">
                <a:latin typeface="Trebuchet MS"/>
                <a:cs typeface="Trebuchet MS"/>
              </a:rPr>
              <a:t>control</a:t>
            </a:r>
            <a:endParaRPr sz="3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43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6" y="322529"/>
            <a:ext cx="41319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85" dirty="0">
                <a:solidFill>
                  <a:srgbClr val="0A5293"/>
                </a:solidFill>
                <a:latin typeface="Trebuchet MS"/>
                <a:cs typeface="Trebuchet MS"/>
              </a:rPr>
              <a:t>J</a:t>
            </a:r>
            <a:r>
              <a:rPr sz="4400" b="0" spc="-204" dirty="0">
                <a:solidFill>
                  <a:srgbClr val="0A5293"/>
                </a:solidFill>
                <a:latin typeface="Trebuchet MS"/>
                <a:cs typeface="Trebuchet MS"/>
              </a:rPr>
              <a:t>u</a:t>
            </a:r>
            <a:r>
              <a:rPr sz="4400" b="0" spc="-40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95" dirty="0">
                <a:solidFill>
                  <a:srgbClr val="0A5293"/>
                </a:solidFill>
                <a:latin typeface="Trebuchet MS"/>
                <a:cs typeface="Trebuchet MS"/>
              </a:rPr>
              <a:t>yter</a:t>
            </a: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dirty="0">
                <a:solidFill>
                  <a:srgbClr val="0A5293"/>
                </a:solidFill>
                <a:latin typeface="Trebuchet MS"/>
                <a:cs typeface="Trebuchet MS"/>
              </a:rPr>
              <a:t>Notebo</a:t>
            </a:r>
            <a:r>
              <a:rPr sz="4400" b="0" spc="-20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110" dirty="0">
                <a:solidFill>
                  <a:srgbClr val="0A5293"/>
                </a:solidFill>
                <a:latin typeface="Trebuchet MS"/>
                <a:cs typeface="Trebuchet MS"/>
              </a:rPr>
              <a:t>k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57276"/>
            <a:ext cx="10645904" cy="2049407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41300" marR="5080" indent="-229235" algn="just">
              <a:lnSpc>
                <a:spcPct val="90000"/>
              </a:lnSpc>
              <a:spcBef>
                <a:spcPts val="465"/>
              </a:spcBef>
              <a:buClr>
                <a:srgbClr val="3891A7"/>
              </a:buClr>
              <a:buSzPct val="69354"/>
              <a:buFont typeface="Segoe UI Symbol"/>
              <a:buChar char="⚫"/>
              <a:tabLst>
                <a:tab pos="241935" algn="l"/>
              </a:tabLst>
            </a:pPr>
            <a:r>
              <a:rPr sz="3100" spc="-30" dirty="0">
                <a:latin typeface="Trebuchet MS"/>
                <a:cs typeface="Trebuchet MS"/>
              </a:rPr>
              <a:t>Web</a:t>
            </a:r>
            <a:r>
              <a:rPr sz="3100" spc="-25" dirty="0">
                <a:latin typeface="Trebuchet MS"/>
                <a:cs typeface="Trebuchet MS"/>
              </a:rPr>
              <a:t> </a:t>
            </a:r>
            <a:r>
              <a:rPr sz="3100" spc="-195" dirty="0">
                <a:latin typeface="Trebuchet MS"/>
                <a:cs typeface="Trebuchet MS"/>
              </a:rPr>
              <a:t>application</a:t>
            </a:r>
            <a:r>
              <a:rPr sz="3100" spc="-190" dirty="0">
                <a:latin typeface="Trebuchet MS"/>
                <a:cs typeface="Trebuchet MS"/>
              </a:rPr>
              <a:t> </a:t>
            </a:r>
            <a:r>
              <a:rPr sz="3100" spc="-215" dirty="0">
                <a:latin typeface="Trebuchet MS"/>
                <a:cs typeface="Trebuchet MS"/>
              </a:rPr>
              <a:t>that</a:t>
            </a:r>
            <a:r>
              <a:rPr sz="3100" spc="-210" dirty="0">
                <a:latin typeface="Trebuchet MS"/>
                <a:cs typeface="Trebuchet MS"/>
              </a:rPr>
              <a:t> </a:t>
            </a:r>
            <a:r>
              <a:rPr sz="3100" spc="-155" dirty="0">
                <a:latin typeface="Trebuchet MS"/>
                <a:cs typeface="Trebuchet MS"/>
              </a:rPr>
              <a:t>allows </a:t>
            </a:r>
            <a:r>
              <a:rPr sz="3100" spc="-150" dirty="0">
                <a:latin typeface="Trebuchet MS"/>
                <a:cs typeface="Trebuchet MS"/>
              </a:rPr>
              <a:t> </a:t>
            </a:r>
            <a:r>
              <a:rPr sz="3100" spc="-155" dirty="0">
                <a:latin typeface="Trebuchet MS"/>
                <a:cs typeface="Trebuchet MS"/>
              </a:rPr>
              <a:t>creation</a:t>
            </a:r>
            <a:r>
              <a:rPr sz="3100" spc="-150" dirty="0">
                <a:latin typeface="Trebuchet MS"/>
                <a:cs typeface="Trebuchet MS"/>
              </a:rPr>
              <a:t> </a:t>
            </a:r>
            <a:r>
              <a:rPr sz="3100" spc="-200" dirty="0">
                <a:latin typeface="Trebuchet MS"/>
                <a:cs typeface="Trebuchet MS"/>
              </a:rPr>
              <a:t>and</a:t>
            </a:r>
            <a:r>
              <a:rPr sz="3100" spc="-195" dirty="0">
                <a:latin typeface="Trebuchet MS"/>
                <a:cs typeface="Trebuchet MS"/>
              </a:rPr>
              <a:t> </a:t>
            </a:r>
            <a:r>
              <a:rPr sz="3100" spc="-185" dirty="0">
                <a:latin typeface="Trebuchet MS"/>
                <a:cs typeface="Trebuchet MS"/>
              </a:rPr>
              <a:t>manipulation</a:t>
            </a:r>
            <a:r>
              <a:rPr sz="3100" spc="-180" dirty="0">
                <a:latin typeface="Trebuchet MS"/>
                <a:cs typeface="Trebuchet MS"/>
              </a:rPr>
              <a:t> </a:t>
            </a:r>
            <a:r>
              <a:rPr sz="3100" spc="-175" dirty="0">
                <a:latin typeface="Trebuchet MS"/>
                <a:cs typeface="Trebuchet MS"/>
              </a:rPr>
              <a:t>of </a:t>
            </a:r>
            <a:r>
              <a:rPr sz="3100" spc="-170" dirty="0">
                <a:latin typeface="Trebuchet MS"/>
                <a:cs typeface="Trebuchet MS"/>
              </a:rPr>
              <a:t> </a:t>
            </a:r>
            <a:r>
              <a:rPr sz="3100" spc="-85" dirty="0">
                <a:latin typeface="Trebuchet MS"/>
                <a:cs typeface="Trebuchet MS"/>
              </a:rPr>
              <a:t>notebook</a:t>
            </a:r>
            <a:r>
              <a:rPr sz="3100" spc="-80" dirty="0">
                <a:latin typeface="Trebuchet MS"/>
                <a:cs typeface="Trebuchet MS"/>
              </a:rPr>
              <a:t> </a:t>
            </a:r>
            <a:r>
              <a:rPr sz="3100" spc="-135" dirty="0">
                <a:latin typeface="Trebuchet MS"/>
                <a:cs typeface="Trebuchet MS"/>
              </a:rPr>
              <a:t>documents</a:t>
            </a:r>
            <a:r>
              <a:rPr sz="3100" spc="-130" dirty="0">
                <a:latin typeface="Trebuchet MS"/>
                <a:cs typeface="Trebuchet MS"/>
              </a:rPr>
              <a:t> </a:t>
            </a:r>
            <a:r>
              <a:rPr sz="3100" spc="-220" dirty="0">
                <a:latin typeface="Trebuchet MS"/>
                <a:cs typeface="Trebuchet MS"/>
              </a:rPr>
              <a:t>called </a:t>
            </a:r>
            <a:r>
              <a:rPr sz="3100" spc="-919" dirty="0">
                <a:latin typeface="Trebuchet MS"/>
                <a:cs typeface="Trebuchet MS"/>
              </a:rPr>
              <a:t> </a:t>
            </a:r>
            <a:r>
              <a:rPr sz="3100" spc="-165" dirty="0">
                <a:latin typeface="Trebuchet MS"/>
                <a:cs typeface="Trebuchet MS"/>
              </a:rPr>
              <a:t>‘notebook’</a:t>
            </a:r>
            <a:endParaRPr sz="3100" dirty="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ts val="3350"/>
              </a:lnSpc>
              <a:spcBef>
                <a:spcPts val="1060"/>
              </a:spcBef>
              <a:buClr>
                <a:srgbClr val="3891A7"/>
              </a:buClr>
              <a:buSzPct val="69354"/>
              <a:buFont typeface="Segoe UI Symbol"/>
              <a:buChar char="⚫"/>
              <a:tabLst>
                <a:tab pos="241935" algn="l"/>
              </a:tabLst>
            </a:pPr>
            <a:r>
              <a:rPr sz="3100" spc="-145" dirty="0">
                <a:latin typeface="Trebuchet MS"/>
                <a:cs typeface="Trebuchet MS"/>
              </a:rPr>
              <a:t>Sup</a:t>
            </a:r>
            <a:r>
              <a:rPr sz="3100" spc="-150" dirty="0">
                <a:latin typeface="Trebuchet MS"/>
                <a:cs typeface="Trebuchet MS"/>
              </a:rPr>
              <a:t>p</a:t>
            </a:r>
            <a:r>
              <a:rPr sz="3100" spc="35" dirty="0">
                <a:latin typeface="Trebuchet MS"/>
                <a:cs typeface="Trebuchet MS"/>
              </a:rPr>
              <a:t>o</a:t>
            </a:r>
            <a:r>
              <a:rPr sz="3100" spc="85" dirty="0">
                <a:latin typeface="Trebuchet MS"/>
                <a:cs typeface="Trebuchet MS"/>
              </a:rPr>
              <a:t>r</a:t>
            </a:r>
            <a:r>
              <a:rPr sz="3100" spc="-175" dirty="0">
                <a:latin typeface="Trebuchet MS"/>
                <a:cs typeface="Trebuchet MS"/>
              </a:rPr>
              <a:t>t</a:t>
            </a:r>
            <a:r>
              <a:rPr sz="3100" spc="-220" dirty="0">
                <a:latin typeface="Trebuchet MS"/>
                <a:cs typeface="Trebuchet MS"/>
              </a:rPr>
              <a:t>e</a:t>
            </a:r>
            <a:r>
              <a:rPr sz="3100" spc="-150" dirty="0">
                <a:latin typeface="Trebuchet MS"/>
                <a:cs typeface="Trebuchet MS"/>
              </a:rPr>
              <a:t>d</a:t>
            </a:r>
            <a:r>
              <a:rPr sz="3100" spc="204" dirty="0">
                <a:latin typeface="Trebuchet MS"/>
                <a:cs typeface="Trebuchet MS"/>
              </a:rPr>
              <a:t> </a:t>
            </a:r>
            <a:r>
              <a:rPr sz="3100" spc="-170" dirty="0">
                <a:latin typeface="Trebuchet MS"/>
                <a:cs typeface="Trebuchet MS"/>
              </a:rPr>
              <a:t>ac</a:t>
            </a:r>
            <a:r>
              <a:rPr sz="3100" spc="-210" dirty="0">
                <a:latin typeface="Trebuchet MS"/>
                <a:cs typeface="Trebuchet MS"/>
              </a:rPr>
              <a:t>r</a:t>
            </a:r>
            <a:r>
              <a:rPr sz="3100" spc="-30" dirty="0">
                <a:latin typeface="Trebuchet MS"/>
                <a:cs typeface="Trebuchet MS"/>
              </a:rPr>
              <a:t>oss</a:t>
            </a:r>
            <a:r>
              <a:rPr sz="3100" spc="195" dirty="0">
                <a:latin typeface="Trebuchet MS"/>
                <a:cs typeface="Trebuchet MS"/>
              </a:rPr>
              <a:t> </a:t>
            </a:r>
            <a:r>
              <a:rPr sz="3100" spc="-125" dirty="0">
                <a:latin typeface="Trebuchet MS"/>
                <a:cs typeface="Trebuchet MS"/>
              </a:rPr>
              <a:t>Li</a:t>
            </a:r>
            <a:r>
              <a:rPr sz="3100" spc="-200" dirty="0">
                <a:latin typeface="Trebuchet MS"/>
                <a:cs typeface="Trebuchet MS"/>
              </a:rPr>
              <a:t>n</a:t>
            </a:r>
            <a:r>
              <a:rPr sz="3100" spc="-204" dirty="0">
                <a:latin typeface="Trebuchet MS"/>
                <a:cs typeface="Trebuchet MS"/>
              </a:rPr>
              <a:t>ux,</a:t>
            </a:r>
            <a:r>
              <a:rPr sz="3100" spc="-105" dirty="0">
                <a:latin typeface="Trebuchet MS"/>
                <a:cs typeface="Trebuchet MS"/>
              </a:rPr>
              <a:t> </a:t>
            </a:r>
            <a:r>
              <a:rPr sz="3100" spc="-90" dirty="0">
                <a:latin typeface="Trebuchet MS"/>
                <a:cs typeface="Trebuchet MS"/>
              </a:rPr>
              <a:t>Mac</a:t>
            </a:r>
            <a:r>
              <a:rPr sz="3100" spc="200" dirty="0">
                <a:latin typeface="Trebuchet MS"/>
                <a:cs typeface="Trebuchet MS"/>
              </a:rPr>
              <a:t> </a:t>
            </a:r>
            <a:r>
              <a:rPr sz="3100" spc="150" dirty="0">
                <a:latin typeface="Trebuchet MS"/>
                <a:cs typeface="Trebuchet MS"/>
              </a:rPr>
              <a:t>OS  </a:t>
            </a:r>
            <a:r>
              <a:rPr sz="3100" spc="465" dirty="0">
                <a:latin typeface="Trebuchet MS"/>
                <a:cs typeface="Trebuchet MS"/>
              </a:rPr>
              <a:t>X</a:t>
            </a:r>
            <a:r>
              <a:rPr sz="3100" spc="-70" dirty="0">
                <a:latin typeface="Trebuchet MS"/>
                <a:cs typeface="Trebuchet MS"/>
              </a:rPr>
              <a:t> </a:t>
            </a:r>
            <a:r>
              <a:rPr sz="3100" spc="-200" dirty="0">
                <a:latin typeface="Trebuchet MS"/>
                <a:cs typeface="Trebuchet MS"/>
              </a:rPr>
              <a:t>and</a:t>
            </a:r>
            <a:r>
              <a:rPr sz="3100" spc="-455" dirty="0">
                <a:latin typeface="Trebuchet MS"/>
                <a:cs typeface="Trebuchet MS"/>
              </a:rPr>
              <a:t> </a:t>
            </a:r>
            <a:r>
              <a:rPr sz="3100" spc="25" dirty="0">
                <a:latin typeface="Trebuchet MS"/>
                <a:cs typeface="Trebuchet MS"/>
              </a:rPr>
              <a:t>Wind</a:t>
            </a:r>
            <a:r>
              <a:rPr sz="3100" spc="-10" dirty="0">
                <a:latin typeface="Trebuchet MS"/>
                <a:cs typeface="Trebuchet MS"/>
              </a:rPr>
              <a:t>o</a:t>
            </a:r>
            <a:r>
              <a:rPr sz="3100" spc="-100" dirty="0">
                <a:latin typeface="Trebuchet MS"/>
                <a:cs typeface="Trebuchet MS"/>
              </a:rPr>
              <a:t>w</a:t>
            </a:r>
            <a:r>
              <a:rPr sz="3100" spc="-50" dirty="0">
                <a:latin typeface="Trebuchet MS"/>
                <a:cs typeface="Trebuchet MS"/>
              </a:rPr>
              <a:t>s</a:t>
            </a:r>
            <a:r>
              <a:rPr sz="3100" spc="-95" dirty="0">
                <a:latin typeface="Trebuchet MS"/>
                <a:cs typeface="Trebuchet MS"/>
              </a:rPr>
              <a:t> </a:t>
            </a:r>
            <a:r>
              <a:rPr sz="3100" spc="-270" dirty="0">
                <a:latin typeface="Trebuchet MS"/>
                <a:cs typeface="Trebuchet MS"/>
              </a:rPr>
              <a:t>plat</a:t>
            </a:r>
            <a:r>
              <a:rPr sz="3100" spc="-254" dirty="0">
                <a:latin typeface="Trebuchet MS"/>
                <a:cs typeface="Trebuchet MS"/>
              </a:rPr>
              <a:t>f</a:t>
            </a:r>
            <a:r>
              <a:rPr sz="3100" spc="-35" dirty="0">
                <a:latin typeface="Trebuchet MS"/>
                <a:cs typeface="Trebuchet MS"/>
              </a:rPr>
              <a:t>or</a:t>
            </a:r>
            <a:r>
              <a:rPr sz="3100" spc="-65" dirty="0">
                <a:latin typeface="Trebuchet MS"/>
                <a:cs typeface="Trebuchet MS"/>
              </a:rPr>
              <a:t>ms</a:t>
            </a:r>
            <a:endParaRPr sz="3100" dirty="0">
              <a:latin typeface="Trebuchet MS"/>
              <a:cs typeface="Trebuchet MS"/>
            </a:endParaRPr>
          </a:p>
          <a:p>
            <a:pPr marL="311150" indent="-299085" algn="just">
              <a:lnSpc>
                <a:spcPct val="100000"/>
              </a:lnSpc>
              <a:spcBef>
                <a:spcPts val="570"/>
              </a:spcBef>
              <a:buClr>
                <a:srgbClr val="3891A7"/>
              </a:buClr>
              <a:buSzPct val="69354"/>
              <a:buFont typeface="Segoe UI Symbol"/>
              <a:buChar char="⚫"/>
              <a:tabLst>
                <a:tab pos="311785" algn="l"/>
              </a:tabLst>
            </a:pPr>
            <a:r>
              <a:rPr sz="3100" spc="160" dirty="0">
                <a:latin typeface="Trebuchet MS"/>
                <a:cs typeface="Trebuchet MS"/>
              </a:rPr>
              <a:t>A</a:t>
            </a:r>
            <a:r>
              <a:rPr sz="3100" spc="-250" dirty="0">
                <a:latin typeface="Trebuchet MS"/>
                <a:cs typeface="Trebuchet MS"/>
              </a:rPr>
              <a:t>vai</a:t>
            </a:r>
            <a:r>
              <a:rPr sz="3100" spc="-165" dirty="0">
                <a:latin typeface="Trebuchet MS"/>
                <a:cs typeface="Trebuchet MS"/>
              </a:rPr>
              <a:t>l</a:t>
            </a:r>
            <a:r>
              <a:rPr sz="3100" spc="-235" dirty="0">
                <a:latin typeface="Trebuchet MS"/>
                <a:cs typeface="Trebuchet MS"/>
              </a:rPr>
              <a:t>able</a:t>
            </a:r>
            <a:r>
              <a:rPr sz="3100" spc="-75" dirty="0">
                <a:latin typeface="Trebuchet MS"/>
                <a:cs typeface="Trebuchet MS"/>
              </a:rPr>
              <a:t> </a:t>
            </a:r>
            <a:r>
              <a:rPr sz="3100" spc="-190" dirty="0">
                <a:latin typeface="Trebuchet MS"/>
                <a:cs typeface="Trebuchet MS"/>
              </a:rPr>
              <a:t>as</a:t>
            </a:r>
            <a:r>
              <a:rPr sz="3100" spc="-75" dirty="0">
                <a:latin typeface="Trebuchet MS"/>
                <a:cs typeface="Trebuchet MS"/>
              </a:rPr>
              <a:t> </a:t>
            </a:r>
            <a:r>
              <a:rPr sz="3100" spc="-125" dirty="0">
                <a:latin typeface="Trebuchet MS"/>
                <a:cs typeface="Trebuchet MS"/>
              </a:rPr>
              <a:t>open</a:t>
            </a:r>
            <a:r>
              <a:rPr sz="3100" spc="-65" dirty="0">
                <a:latin typeface="Trebuchet MS"/>
                <a:cs typeface="Trebuchet MS"/>
              </a:rPr>
              <a:t> </a:t>
            </a:r>
            <a:r>
              <a:rPr sz="3100" spc="-40" dirty="0">
                <a:latin typeface="Trebuchet MS"/>
                <a:cs typeface="Trebuchet MS"/>
              </a:rPr>
              <a:t>sou</a:t>
            </a:r>
            <a:r>
              <a:rPr sz="3100" spc="-114" dirty="0">
                <a:latin typeface="Trebuchet MS"/>
                <a:cs typeface="Trebuchet MS"/>
              </a:rPr>
              <a:t>r</a:t>
            </a:r>
            <a:r>
              <a:rPr sz="3100" spc="-195" dirty="0">
                <a:latin typeface="Trebuchet MS"/>
                <a:cs typeface="Trebuchet MS"/>
              </a:rPr>
              <a:t>ce</a:t>
            </a:r>
            <a:r>
              <a:rPr sz="3100" spc="-55" dirty="0">
                <a:latin typeface="Trebuchet MS"/>
                <a:cs typeface="Trebuchet MS"/>
              </a:rPr>
              <a:t> </a:t>
            </a:r>
            <a:r>
              <a:rPr sz="3100" spc="-225" dirty="0">
                <a:latin typeface="Trebuchet MS"/>
                <a:cs typeface="Trebuchet MS"/>
              </a:rPr>
              <a:t>v</a:t>
            </a:r>
            <a:r>
              <a:rPr sz="3100" spc="-95" dirty="0">
                <a:latin typeface="Trebuchet MS"/>
                <a:cs typeface="Trebuchet MS"/>
              </a:rPr>
              <a:t>ersion</a:t>
            </a:r>
            <a:endParaRPr sz="3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44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5" y="351285"/>
            <a:ext cx="4133215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1080" dirty="0">
                <a:solidFill>
                  <a:srgbClr val="0A5293"/>
                </a:solidFill>
                <a:latin typeface="Trebuchet MS"/>
                <a:cs typeface="Trebuchet MS"/>
              </a:rPr>
              <a:t>J</a:t>
            </a:r>
            <a:r>
              <a:rPr sz="4400" b="0" spc="-204" dirty="0">
                <a:solidFill>
                  <a:srgbClr val="0A5293"/>
                </a:solidFill>
                <a:latin typeface="Trebuchet MS"/>
                <a:cs typeface="Trebuchet MS"/>
              </a:rPr>
              <a:t>u</a:t>
            </a:r>
            <a:r>
              <a:rPr sz="4400" b="0" spc="-40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95" dirty="0">
                <a:solidFill>
                  <a:srgbClr val="0A5293"/>
                </a:solidFill>
                <a:latin typeface="Trebuchet MS"/>
                <a:cs typeface="Trebuchet MS"/>
              </a:rPr>
              <a:t>yter</a:t>
            </a: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15" dirty="0">
                <a:solidFill>
                  <a:srgbClr val="0A5293"/>
                </a:solidFill>
                <a:latin typeface="Trebuchet MS"/>
                <a:cs typeface="Trebuchet MS"/>
              </a:rPr>
              <a:t>Notebook</a:t>
            </a:r>
            <a:endParaRPr sz="4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4353" y="1091183"/>
            <a:ext cx="6414515" cy="474421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774441" y="5794657"/>
            <a:ext cx="224345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Source-</a:t>
            </a:r>
            <a:r>
              <a:rPr sz="1400" b="1" u="heavy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Arial"/>
                <a:cs typeface="Arial"/>
                <a:hlinkClick r:id="rId3"/>
              </a:rPr>
              <a:t>https://jupyter.org/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45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6" y="322529"/>
            <a:ext cx="413194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spc="-1085" dirty="0">
                <a:solidFill>
                  <a:srgbClr val="0A5293"/>
                </a:solidFill>
                <a:latin typeface="Trebuchet MS"/>
                <a:cs typeface="Trebuchet MS"/>
              </a:rPr>
              <a:t>J</a:t>
            </a:r>
            <a:r>
              <a:rPr sz="4400" b="0" spc="-204" dirty="0">
                <a:solidFill>
                  <a:srgbClr val="0A5293"/>
                </a:solidFill>
                <a:latin typeface="Trebuchet MS"/>
                <a:cs typeface="Trebuchet MS"/>
              </a:rPr>
              <a:t>u</a:t>
            </a:r>
            <a:r>
              <a:rPr sz="4400" b="0" spc="-400" dirty="0">
                <a:solidFill>
                  <a:srgbClr val="0A5293"/>
                </a:solidFill>
                <a:latin typeface="Trebuchet MS"/>
                <a:cs typeface="Trebuchet MS"/>
              </a:rPr>
              <a:t>p</a:t>
            </a:r>
            <a:r>
              <a:rPr sz="4400" b="0" spc="-195" dirty="0">
                <a:solidFill>
                  <a:srgbClr val="0A5293"/>
                </a:solidFill>
                <a:latin typeface="Trebuchet MS"/>
                <a:cs typeface="Trebuchet MS"/>
              </a:rPr>
              <a:t>yter</a:t>
            </a:r>
            <a:r>
              <a:rPr sz="4400" b="0" spc="-14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dirty="0">
                <a:solidFill>
                  <a:srgbClr val="0A5293"/>
                </a:solidFill>
                <a:latin typeface="Trebuchet MS"/>
                <a:cs typeface="Trebuchet MS"/>
              </a:rPr>
              <a:t>Notebo</a:t>
            </a:r>
            <a:r>
              <a:rPr sz="4400" b="0" spc="-20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110" dirty="0">
                <a:solidFill>
                  <a:srgbClr val="0A5293"/>
                </a:solidFill>
                <a:latin typeface="Trebuchet MS"/>
                <a:cs typeface="Trebuchet MS"/>
              </a:rPr>
              <a:t>k</a:t>
            </a:r>
            <a:endParaRPr sz="44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57275"/>
            <a:ext cx="5196840" cy="3643177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241300" marR="80010" indent="-229235">
              <a:lnSpc>
                <a:spcPct val="90000"/>
              </a:lnSpc>
              <a:spcBef>
                <a:spcPts val="465"/>
              </a:spcBef>
              <a:buClr>
                <a:srgbClr val="3891A7"/>
              </a:buClr>
              <a:buSzPct val="69354"/>
              <a:buFont typeface="Segoe UI Symbol"/>
              <a:buChar char="⚫"/>
              <a:tabLst>
                <a:tab pos="241935" algn="l"/>
              </a:tabLst>
            </a:pPr>
            <a:r>
              <a:rPr sz="3100" spc="-150" dirty="0">
                <a:latin typeface="Trebuchet MS"/>
                <a:cs typeface="Trebuchet MS"/>
              </a:rPr>
              <a:t>Bundl</a:t>
            </a:r>
            <a:r>
              <a:rPr sz="3100" spc="-155" dirty="0">
                <a:latin typeface="Trebuchet MS"/>
                <a:cs typeface="Trebuchet MS"/>
              </a:rPr>
              <a:t>e</a:t>
            </a:r>
            <a:r>
              <a:rPr sz="3100" spc="-150" dirty="0">
                <a:latin typeface="Trebuchet MS"/>
                <a:cs typeface="Trebuchet MS"/>
              </a:rPr>
              <a:t>d</a:t>
            </a:r>
            <a:r>
              <a:rPr sz="3100" spc="-75" dirty="0">
                <a:latin typeface="Trebuchet MS"/>
                <a:cs typeface="Trebuchet MS"/>
              </a:rPr>
              <a:t> </a:t>
            </a:r>
            <a:r>
              <a:rPr sz="3100" spc="-180" dirty="0">
                <a:latin typeface="Trebuchet MS"/>
                <a:cs typeface="Trebuchet MS"/>
              </a:rPr>
              <a:t>wi</a:t>
            </a:r>
            <a:r>
              <a:rPr sz="3100" spc="-130" dirty="0">
                <a:latin typeface="Trebuchet MS"/>
                <a:cs typeface="Trebuchet MS"/>
              </a:rPr>
              <a:t>t</a:t>
            </a:r>
            <a:r>
              <a:rPr sz="3100" spc="-150" dirty="0">
                <a:latin typeface="Trebuchet MS"/>
                <a:cs typeface="Trebuchet MS"/>
              </a:rPr>
              <a:t>h</a:t>
            </a:r>
            <a:r>
              <a:rPr sz="3100" spc="-400" dirty="0">
                <a:latin typeface="Trebuchet MS"/>
                <a:cs typeface="Trebuchet MS"/>
              </a:rPr>
              <a:t> </a:t>
            </a:r>
            <a:r>
              <a:rPr sz="3100" spc="-110" dirty="0">
                <a:latin typeface="Trebuchet MS"/>
                <a:cs typeface="Trebuchet MS"/>
              </a:rPr>
              <a:t>Anaconda  </a:t>
            </a:r>
            <a:r>
              <a:rPr sz="3100" spc="-160" dirty="0">
                <a:latin typeface="Trebuchet MS"/>
                <a:cs typeface="Trebuchet MS"/>
              </a:rPr>
              <a:t>distribut</a:t>
            </a:r>
            <a:r>
              <a:rPr sz="3100" spc="-105" dirty="0">
                <a:latin typeface="Trebuchet MS"/>
                <a:cs typeface="Trebuchet MS"/>
              </a:rPr>
              <a:t>i</a:t>
            </a:r>
            <a:r>
              <a:rPr sz="3100" spc="-50" dirty="0">
                <a:latin typeface="Trebuchet MS"/>
                <a:cs typeface="Trebuchet MS"/>
              </a:rPr>
              <a:t>on</a:t>
            </a:r>
            <a:r>
              <a:rPr sz="3100" spc="-90" dirty="0">
                <a:latin typeface="Trebuchet MS"/>
                <a:cs typeface="Trebuchet MS"/>
              </a:rPr>
              <a:t> </a:t>
            </a:r>
            <a:r>
              <a:rPr sz="3100" spc="30" dirty="0">
                <a:latin typeface="Trebuchet MS"/>
                <a:cs typeface="Trebuchet MS"/>
              </a:rPr>
              <a:t>or</a:t>
            </a:r>
            <a:r>
              <a:rPr sz="3100" spc="-75" dirty="0">
                <a:latin typeface="Trebuchet MS"/>
                <a:cs typeface="Trebuchet MS"/>
              </a:rPr>
              <a:t> </a:t>
            </a:r>
            <a:r>
              <a:rPr sz="3100" spc="-210" dirty="0">
                <a:latin typeface="Trebuchet MS"/>
                <a:cs typeface="Trebuchet MS"/>
              </a:rPr>
              <a:t>can</a:t>
            </a:r>
            <a:r>
              <a:rPr sz="3100" spc="-65" dirty="0">
                <a:latin typeface="Trebuchet MS"/>
                <a:cs typeface="Trebuchet MS"/>
              </a:rPr>
              <a:t> </a:t>
            </a:r>
            <a:r>
              <a:rPr sz="3100" spc="-195" dirty="0">
                <a:latin typeface="Trebuchet MS"/>
                <a:cs typeface="Trebuchet MS"/>
              </a:rPr>
              <a:t>be</a:t>
            </a:r>
            <a:r>
              <a:rPr sz="3100" spc="-75" dirty="0">
                <a:latin typeface="Trebuchet MS"/>
                <a:cs typeface="Trebuchet MS"/>
              </a:rPr>
              <a:t> </a:t>
            </a:r>
            <a:r>
              <a:rPr sz="3100" spc="-200" dirty="0">
                <a:latin typeface="Trebuchet MS"/>
                <a:cs typeface="Trebuchet MS"/>
              </a:rPr>
              <a:t>i</a:t>
            </a:r>
            <a:r>
              <a:rPr sz="3100" spc="-180" dirty="0">
                <a:latin typeface="Trebuchet MS"/>
                <a:cs typeface="Trebuchet MS"/>
              </a:rPr>
              <a:t>nstalled  </a:t>
            </a:r>
            <a:r>
              <a:rPr sz="3100" spc="-190" dirty="0">
                <a:latin typeface="Trebuchet MS"/>
                <a:cs typeface="Trebuchet MS"/>
              </a:rPr>
              <a:t>separately</a:t>
            </a:r>
            <a:endParaRPr sz="3100">
              <a:latin typeface="Trebuchet MS"/>
              <a:cs typeface="Trebuchet MS"/>
            </a:endParaRPr>
          </a:p>
          <a:p>
            <a:pPr marL="241300" marR="435609" indent="-229235">
              <a:lnSpc>
                <a:spcPts val="3350"/>
              </a:lnSpc>
              <a:spcBef>
                <a:spcPts val="1055"/>
              </a:spcBef>
              <a:buClr>
                <a:srgbClr val="3891A7"/>
              </a:buClr>
              <a:buSzPct val="69354"/>
              <a:buFont typeface="Segoe UI Symbol"/>
              <a:buChar char="⚫"/>
              <a:tabLst>
                <a:tab pos="241935" algn="l"/>
              </a:tabLst>
            </a:pPr>
            <a:r>
              <a:rPr sz="3100" spc="-95" dirty="0">
                <a:latin typeface="Trebuchet MS"/>
                <a:cs typeface="Trebuchet MS"/>
              </a:rPr>
              <a:t>Supports</a:t>
            </a:r>
            <a:r>
              <a:rPr sz="3100" spc="-55" dirty="0">
                <a:latin typeface="Trebuchet MS"/>
                <a:cs typeface="Trebuchet MS"/>
              </a:rPr>
              <a:t> </a:t>
            </a:r>
            <a:r>
              <a:rPr sz="3100" spc="-355" dirty="0">
                <a:latin typeface="Trebuchet MS"/>
                <a:cs typeface="Trebuchet MS"/>
              </a:rPr>
              <a:t>Julia,</a:t>
            </a:r>
            <a:r>
              <a:rPr sz="3100" spc="-405" dirty="0">
                <a:latin typeface="Trebuchet MS"/>
                <a:cs typeface="Trebuchet MS"/>
              </a:rPr>
              <a:t> </a:t>
            </a:r>
            <a:r>
              <a:rPr sz="3100" spc="-180" dirty="0">
                <a:latin typeface="Trebuchet MS"/>
                <a:cs typeface="Trebuchet MS"/>
              </a:rPr>
              <a:t>Python,</a:t>
            </a:r>
            <a:r>
              <a:rPr sz="3100" spc="-370" dirty="0">
                <a:latin typeface="Trebuchet MS"/>
                <a:cs typeface="Trebuchet MS"/>
              </a:rPr>
              <a:t> </a:t>
            </a:r>
            <a:r>
              <a:rPr sz="3100" spc="65" dirty="0">
                <a:latin typeface="Trebuchet MS"/>
                <a:cs typeface="Trebuchet MS"/>
              </a:rPr>
              <a:t>R</a:t>
            </a:r>
            <a:r>
              <a:rPr sz="3100" spc="-75" dirty="0">
                <a:latin typeface="Trebuchet MS"/>
                <a:cs typeface="Trebuchet MS"/>
              </a:rPr>
              <a:t> </a:t>
            </a:r>
            <a:r>
              <a:rPr sz="3100" spc="-204" dirty="0">
                <a:latin typeface="Trebuchet MS"/>
                <a:cs typeface="Trebuchet MS"/>
              </a:rPr>
              <a:t>and </a:t>
            </a:r>
            <a:r>
              <a:rPr sz="3100" spc="-919" dirty="0">
                <a:latin typeface="Trebuchet MS"/>
                <a:cs typeface="Trebuchet MS"/>
              </a:rPr>
              <a:t> </a:t>
            </a:r>
            <a:r>
              <a:rPr sz="3100" spc="-225" dirty="0">
                <a:latin typeface="Trebuchet MS"/>
                <a:cs typeface="Trebuchet MS"/>
              </a:rPr>
              <a:t>Scala</a:t>
            </a:r>
            <a:endParaRPr sz="3100">
              <a:latin typeface="Trebuchet MS"/>
              <a:cs typeface="Trebuchet MS"/>
            </a:endParaRPr>
          </a:p>
          <a:p>
            <a:pPr marL="241300" marR="5080" indent="-229235">
              <a:lnSpc>
                <a:spcPts val="3020"/>
              </a:lnSpc>
              <a:spcBef>
                <a:spcPts val="1010"/>
              </a:spcBef>
              <a:buClr>
                <a:srgbClr val="3891A7"/>
              </a:buClr>
              <a:buSzPct val="69642"/>
              <a:buFont typeface="Segoe UI Symbol"/>
              <a:buChar char="⚫"/>
              <a:tabLst>
                <a:tab pos="241935" algn="l"/>
              </a:tabLst>
            </a:pPr>
            <a:r>
              <a:rPr sz="2800" spc="70" dirty="0">
                <a:latin typeface="Trebuchet MS"/>
                <a:cs typeface="Trebuchet MS"/>
              </a:rPr>
              <a:t>Con</a:t>
            </a:r>
            <a:r>
              <a:rPr sz="2800" spc="-120" dirty="0">
                <a:latin typeface="Trebuchet MS"/>
                <a:cs typeface="Trebuchet MS"/>
              </a:rPr>
              <a:t>sis</a:t>
            </a:r>
            <a:r>
              <a:rPr sz="2800" spc="-125" dirty="0">
                <a:latin typeface="Trebuchet MS"/>
                <a:cs typeface="Trebuchet MS"/>
              </a:rPr>
              <a:t>t</a:t>
            </a:r>
            <a:r>
              <a:rPr sz="2800" spc="-60" dirty="0">
                <a:latin typeface="Trebuchet MS"/>
                <a:cs typeface="Trebuchet MS"/>
              </a:rPr>
              <a:t>s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50" dirty="0">
                <a:latin typeface="Trebuchet MS"/>
                <a:cs typeface="Trebuchet MS"/>
              </a:rPr>
              <a:t>of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30" dirty="0">
                <a:latin typeface="Trebuchet MS"/>
                <a:cs typeface="Trebuchet MS"/>
              </a:rPr>
              <a:t>o</a:t>
            </a:r>
            <a:r>
              <a:rPr sz="2800" spc="-30" dirty="0">
                <a:latin typeface="Trebuchet MS"/>
                <a:cs typeface="Trebuchet MS"/>
              </a:rPr>
              <a:t>r</a:t>
            </a:r>
            <a:r>
              <a:rPr sz="2800" spc="-114" dirty="0">
                <a:latin typeface="Trebuchet MS"/>
                <a:cs typeface="Trebuchet MS"/>
              </a:rPr>
              <a:t>de</a:t>
            </a:r>
            <a:r>
              <a:rPr sz="2800" spc="-140" dirty="0">
                <a:latin typeface="Trebuchet MS"/>
                <a:cs typeface="Trebuchet MS"/>
              </a:rPr>
              <a:t>r</a:t>
            </a:r>
            <a:r>
              <a:rPr sz="2800" spc="-165" dirty="0">
                <a:latin typeface="Trebuchet MS"/>
                <a:cs typeface="Trebuchet MS"/>
              </a:rPr>
              <a:t>ed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collec</a:t>
            </a:r>
            <a:r>
              <a:rPr sz="2800" spc="-135" dirty="0">
                <a:latin typeface="Trebuchet MS"/>
                <a:cs typeface="Trebuchet MS"/>
              </a:rPr>
              <a:t>t</a:t>
            </a:r>
            <a:r>
              <a:rPr sz="2800" spc="-90" dirty="0">
                <a:latin typeface="Trebuchet MS"/>
                <a:cs typeface="Trebuchet MS"/>
              </a:rPr>
              <a:t>io</a:t>
            </a:r>
            <a:r>
              <a:rPr sz="2800" spc="-114" dirty="0">
                <a:latin typeface="Trebuchet MS"/>
                <a:cs typeface="Trebuchet MS"/>
              </a:rPr>
              <a:t>n</a:t>
            </a:r>
            <a:r>
              <a:rPr sz="2800" spc="-60" dirty="0">
                <a:latin typeface="Trebuchet MS"/>
                <a:cs typeface="Trebuchet MS"/>
              </a:rPr>
              <a:t> </a:t>
            </a:r>
            <a:r>
              <a:rPr sz="2800" spc="-125" dirty="0">
                <a:latin typeface="Trebuchet MS"/>
                <a:cs typeface="Trebuchet MS"/>
              </a:rPr>
              <a:t>of  </a:t>
            </a:r>
            <a:r>
              <a:rPr sz="2800" spc="-150" dirty="0">
                <a:latin typeface="Trebuchet MS"/>
                <a:cs typeface="Trebuchet MS"/>
              </a:rPr>
              <a:t>in</a:t>
            </a:r>
            <a:r>
              <a:rPr sz="2800" spc="-190" dirty="0">
                <a:latin typeface="Trebuchet MS"/>
                <a:cs typeface="Trebuchet MS"/>
              </a:rPr>
              <a:t>p</a:t>
            </a:r>
            <a:r>
              <a:rPr sz="2800" spc="-160" dirty="0">
                <a:latin typeface="Trebuchet MS"/>
                <a:cs typeface="Trebuchet MS"/>
              </a:rPr>
              <a:t>ut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85" dirty="0">
                <a:latin typeface="Trebuchet MS"/>
                <a:cs typeface="Trebuchet MS"/>
              </a:rPr>
              <a:t>and</a:t>
            </a:r>
            <a:r>
              <a:rPr sz="2800" spc="-65" dirty="0">
                <a:latin typeface="Trebuchet MS"/>
                <a:cs typeface="Trebuchet MS"/>
              </a:rPr>
              <a:t> </a:t>
            </a:r>
            <a:r>
              <a:rPr sz="2800" spc="45" dirty="0">
                <a:latin typeface="Trebuchet MS"/>
                <a:cs typeface="Trebuchet MS"/>
              </a:rPr>
              <a:t>o</a:t>
            </a:r>
            <a:r>
              <a:rPr sz="2800" spc="-185" dirty="0">
                <a:latin typeface="Trebuchet MS"/>
                <a:cs typeface="Trebuchet MS"/>
              </a:rPr>
              <a:t>u</a:t>
            </a:r>
            <a:r>
              <a:rPr sz="2800" spc="-130" dirty="0">
                <a:latin typeface="Trebuchet MS"/>
                <a:cs typeface="Trebuchet MS"/>
              </a:rPr>
              <a:t>t</a:t>
            </a:r>
            <a:r>
              <a:rPr sz="2800" spc="-150" dirty="0">
                <a:latin typeface="Trebuchet MS"/>
                <a:cs typeface="Trebuchet MS"/>
              </a:rPr>
              <a:t>p</a:t>
            </a:r>
            <a:r>
              <a:rPr sz="2800" spc="-145" dirty="0">
                <a:latin typeface="Trebuchet MS"/>
                <a:cs typeface="Trebuchet MS"/>
              </a:rPr>
              <a:t>u</a:t>
            </a:r>
            <a:r>
              <a:rPr sz="2800" spc="-180" dirty="0">
                <a:latin typeface="Trebuchet MS"/>
                <a:cs typeface="Trebuchet MS"/>
              </a:rPr>
              <a:t>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70" dirty="0">
                <a:latin typeface="Trebuchet MS"/>
                <a:cs typeface="Trebuchet MS"/>
              </a:rPr>
              <a:t>cells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that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60" dirty="0">
                <a:latin typeface="Trebuchet MS"/>
                <a:cs typeface="Trebuchet MS"/>
              </a:rPr>
              <a:t>co</a:t>
            </a:r>
            <a:r>
              <a:rPr sz="2800" spc="-185" dirty="0">
                <a:latin typeface="Trebuchet MS"/>
                <a:cs typeface="Trebuchet MS"/>
              </a:rPr>
              <a:t>n</a:t>
            </a:r>
            <a:r>
              <a:rPr sz="2800" spc="-130" dirty="0">
                <a:latin typeface="Trebuchet MS"/>
                <a:cs typeface="Trebuchet MS"/>
              </a:rPr>
              <a:t>t</a:t>
            </a:r>
            <a:r>
              <a:rPr sz="2800" spc="-175" dirty="0">
                <a:latin typeface="Trebuchet MS"/>
                <a:cs typeface="Trebuchet MS"/>
              </a:rPr>
              <a:t>ain  </a:t>
            </a:r>
            <a:r>
              <a:rPr sz="2800" spc="-114" dirty="0">
                <a:latin typeface="Trebuchet MS"/>
                <a:cs typeface="Trebuchet MS"/>
              </a:rPr>
              <a:t>cod</a:t>
            </a:r>
            <a:r>
              <a:rPr sz="2800" spc="-50" dirty="0">
                <a:latin typeface="Trebuchet MS"/>
                <a:cs typeface="Trebuchet MS"/>
              </a:rPr>
              <a:t>e</a:t>
            </a:r>
            <a:r>
              <a:rPr sz="2800" spc="-420" dirty="0">
                <a:latin typeface="Trebuchet MS"/>
                <a:cs typeface="Trebuchet MS"/>
              </a:rPr>
              <a:t>,</a:t>
            </a:r>
            <a:r>
              <a:rPr sz="2800" spc="-370" dirty="0">
                <a:latin typeface="Trebuchet MS"/>
                <a:cs typeface="Trebuchet MS"/>
              </a:rPr>
              <a:t> </a:t>
            </a:r>
            <a:r>
              <a:rPr sz="2800" spc="-155" dirty="0">
                <a:latin typeface="Trebuchet MS"/>
                <a:cs typeface="Trebuchet MS"/>
              </a:rPr>
              <a:t>t</a:t>
            </a:r>
            <a:r>
              <a:rPr sz="2800" spc="-210" dirty="0">
                <a:latin typeface="Trebuchet MS"/>
                <a:cs typeface="Trebuchet MS"/>
              </a:rPr>
              <a:t>e</a:t>
            </a:r>
            <a:r>
              <a:rPr sz="2800" spc="-105" dirty="0">
                <a:latin typeface="Trebuchet MS"/>
                <a:cs typeface="Trebuchet MS"/>
              </a:rPr>
              <a:t>x</a:t>
            </a:r>
            <a:r>
              <a:rPr sz="2800" spc="-80" dirty="0">
                <a:latin typeface="Trebuchet MS"/>
                <a:cs typeface="Trebuchet MS"/>
              </a:rPr>
              <a:t>t</a:t>
            </a:r>
            <a:r>
              <a:rPr sz="2800" spc="-420" dirty="0">
                <a:latin typeface="Trebuchet MS"/>
                <a:cs typeface="Trebuchet MS"/>
              </a:rPr>
              <a:t>,</a:t>
            </a:r>
            <a:r>
              <a:rPr sz="2800" spc="-355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pl</a:t>
            </a:r>
            <a:r>
              <a:rPr sz="2800" spc="-125" dirty="0">
                <a:latin typeface="Trebuchet MS"/>
                <a:cs typeface="Trebuchet MS"/>
              </a:rPr>
              <a:t>o</a:t>
            </a:r>
            <a:r>
              <a:rPr sz="2800" spc="-120" dirty="0">
                <a:latin typeface="Trebuchet MS"/>
                <a:cs typeface="Trebuchet MS"/>
              </a:rPr>
              <a:t>ts</a:t>
            </a:r>
            <a:r>
              <a:rPr sz="2800" spc="-70" dirty="0">
                <a:latin typeface="Trebuchet MS"/>
                <a:cs typeface="Trebuchet MS"/>
              </a:rPr>
              <a:t> </a:t>
            </a:r>
            <a:r>
              <a:rPr sz="2800" spc="-215" dirty="0">
                <a:latin typeface="Trebuchet MS"/>
                <a:cs typeface="Trebuchet MS"/>
              </a:rPr>
              <a:t>e</a:t>
            </a:r>
            <a:r>
              <a:rPr sz="2800" spc="-150" dirty="0">
                <a:latin typeface="Trebuchet MS"/>
                <a:cs typeface="Trebuchet MS"/>
              </a:rPr>
              <a:t>t</a:t>
            </a:r>
            <a:r>
              <a:rPr sz="2800" spc="-110" dirty="0">
                <a:latin typeface="Trebuchet MS"/>
                <a:cs typeface="Trebuchet MS"/>
              </a:rPr>
              <a:t>c</a:t>
            </a:r>
            <a:r>
              <a:rPr sz="2800" spc="-420" dirty="0">
                <a:latin typeface="Trebuchet MS"/>
                <a:cs typeface="Trebuchet MS"/>
              </a:rPr>
              <a:t>.</a:t>
            </a:r>
            <a:endParaRPr sz="28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35723" y="1696211"/>
            <a:ext cx="4684776" cy="346557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31683" y="5315461"/>
            <a:ext cx="209931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Source-</a:t>
            </a:r>
            <a:r>
              <a:rPr sz="1400" u="heavy" spc="-10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Arial MT"/>
                <a:cs typeface="Arial MT"/>
                <a:hlinkClick r:id="rId3"/>
              </a:rPr>
              <a:t>https://jupyter.org/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8038" y="1481138"/>
            <a:ext cx="10355923" cy="4525962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46</a:t>
            </a:fld>
            <a:endParaRPr lang="en-US" spc="-30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0" spc="-110" dirty="0" smtClean="0">
                <a:solidFill>
                  <a:srgbClr val="0A5293"/>
                </a:solidFill>
                <a:latin typeface="Trebuchet MS"/>
                <a:cs typeface="Trebuchet MS"/>
              </a:rPr>
              <a:t>Google </a:t>
            </a:r>
            <a:r>
              <a:rPr lang="en-US" sz="4000" b="0" spc="-110" dirty="0" err="1" smtClean="0">
                <a:solidFill>
                  <a:srgbClr val="0A5293"/>
                </a:solidFill>
                <a:latin typeface="Trebuchet MS"/>
                <a:cs typeface="Trebuchet MS"/>
              </a:rPr>
              <a:t>Colab</a:t>
            </a:r>
            <a:r>
              <a:rPr lang="en-US" sz="4000" b="0" spc="-110" dirty="0" smtClean="0">
                <a:solidFill>
                  <a:srgbClr val="0A5293"/>
                </a:solidFill>
                <a:latin typeface="Trebuchet MS"/>
                <a:cs typeface="Trebuchet MS"/>
              </a:rPr>
              <a:t>- Online </a:t>
            </a:r>
            <a:r>
              <a:rPr lang="en-US" sz="4000" b="0" spc="-110" dirty="0" err="1" smtClean="0">
                <a:solidFill>
                  <a:srgbClr val="0A5293"/>
                </a:solidFill>
                <a:latin typeface="Trebuchet MS"/>
                <a:cs typeface="Trebuchet MS"/>
              </a:rPr>
              <a:t>Jupyter</a:t>
            </a:r>
            <a:r>
              <a:rPr lang="en-US" sz="4000" b="0" spc="-110" dirty="0" smtClean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lang="en-US" sz="4400" b="0" dirty="0">
                <a:solidFill>
                  <a:srgbClr val="0A5293"/>
                </a:solidFill>
                <a:latin typeface="Trebuchet MS"/>
                <a:cs typeface="Trebuchet MS"/>
              </a:rPr>
              <a:t>Notebo</a:t>
            </a:r>
            <a:r>
              <a:rPr lang="en-US" sz="4400" b="0" spc="-20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lang="en-US" sz="4400" b="0" spc="-110" dirty="0">
                <a:solidFill>
                  <a:srgbClr val="0A5293"/>
                </a:solidFill>
                <a:latin typeface="Trebuchet MS"/>
                <a:cs typeface="Trebuchet MS"/>
              </a:rPr>
              <a:t>k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716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47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5"/>
            <a:ext cx="132461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35" dirty="0">
                <a:solidFill>
                  <a:srgbClr val="0A5293"/>
                </a:solidFill>
                <a:latin typeface="Trebuchet MS"/>
                <a:cs typeface="Trebuchet MS"/>
              </a:rPr>
              <a:t>Atom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39" y="1513080"/>
            <a:ext cx="5798820" cy="4334520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241300" marR="5080" indent="-229235">
              <a:lnSpc>
                <a:spcPct val="80000"/>
              </a:lnSpc>
              <a:spcBef>
                <a:spcPts val="820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r>
              <a:rPr sz="3000" spc="-20" dirty="0">
                <a:latin typeface="Trebuchet MS"/>
                <a:cs typeface="Trebuchet MS"/>
              </a:rPr>
              <a:t>Open</a:t>
            </a:r>
            <a:r>
              <a:rPr sz="3000" spc="140" dirty="0">
                <a:latin typeface="Trebuchet MS"/>
                <a:cs typeface="Trebuchet MS"/>
              </a:rPr>
              <a:t> </a:t>
            </a:r>
            <a:r>
              <a:rPr sz="3000" spc="-100" dirty="0">
                <a:latin typeface="Trebuchet MS"/>
                <a:cs typeface="Trebuchet MS"/>
              </a:rPr>
              <a:t>source</a:t>
            </a:r>
            <a:r>
              <a:rPr sz="3000" spc="13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text</a:t>
            </a:r>
            <a:r>
              <a:rPr sz="3000" spc="135" dirty="0">
                <a:latin typeface="Trebuchet MS"/>
                <a:cs typeface="Trebuchet MS"/>
              </a:rPr>
              <a:t> </a:t>
            </a:r>
            <a:r>
              <a:rPr sz="3000" spc="-190" dirty="0">
                <a:latin typeface="Trebuchet MS"/>
                <a:cs typeface="Trebuchet MS"/>
              </a:rPr>
              <a:t>and</a:t>
            </a:r>
            <a:r>
              <a:rPr sz="3000" spc="130" dirty="0">
                <a:latin typeface="Trebuchet MS"/>
                <a:cs typeface="Trebuchet MS"/>
              </a:rPr>
              <a:t> </a:t>
            </a:r>
            <a:r>
              <a:rPr sz="3000" spc="-100" dirty="0">
                <a:latin typeface="Trebuchet MS"/>
                <a:cs typeface="Trebuchet MS"/>
              </a:rPr>
              <a:t>source</a:t>
            </a:r>
            <a:r>
              <a:rPr sz="3000" spc="135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code </a:t>
            </a:r>
            <a:r>
              <a:rPr sz="3000" spc="-890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editor</a:t>
            </a:r>
            <a:endParaRPr sz="3000">
              <a:latin typeface="Trebuchet MS"/>
              <a:cs typeface="Trebuchet MS"/>
            </a:endParaRPr>
          </a:p>
          <a:p>
            <a:pPr marL="241300" marR="6985" indent="-229235">
              <a:lnSpc>
                <a:spcPct val="80000"/>
              </a:lnSpc>
              <a:spcBef>
                <a:spcPts val="1010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r>
              <a:rPr sz="3000" spc="-85" dirty="0">
                <a:latin typeface="Trebuchet MS"/>
                <a:cs typeface="Trebuchet MS"/>
              </a:rPr>
              <a:t>Suppo</a:t>
            </a:r>
            <a:r>
              <a:rPr sz="3000" spc="-5" dirty="0">
                <a:latin typeface="Trebuchet MS"/>
                <a:cs typeface="Trebuchet MS"/>
              </a:rPr>
              <a:t>r</a:t>
            </a:r>
            <a:r>
              <a:rPr sz="3000" spc="-165" dirty="0">
                <a:latin typeface="Trebuchet MS"/>
                <a:cs typeface="Trebuchet MS"/>
              </a:rPr>
              <a:t>t</a:t>
            </a:r>
            <a:r>
              <a:rPr sz="3000" spc="-245" dirty="0">
                <a:latin typeface="Trebuchet MS"/>
                <a:cs typeface="Trebuchet MS"/>
              </a:rPr>
              <a:t>e</a:t>
            </a:r>
            <a:r>
              <a:rPr sz="3000" spc="-145" dirty="0">
                <a:latin typeface="Trebuchet MS"/>
                <a:cs typeface="Trebuchet MS"/>
              </a:rPr>
              <a:t>d</a:t>
            </a:r>
            <a:r>
              <a:rPr sz="3000" spc="160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ac</a:t>
            </a:r>
            <a:r>
              <a:rPr sz="3000" spc="-200" dirty="0">
                <a:latin typeface="Trebuchet MS"/>
                <a:cs typeface="Trebuchet MS"/>
              </a:rPr>
              <a:t>r</a:t>
            </a:r>
            <a:r>
              <a:rPr sz="3000" spc="-25" dirty="0">
                <a:latin typeface="Trebuchet MS"/>
                <a:cs typeface="Trebuchet MS"/>
              </a:rPr>
              <a:t>oss</a:t>
            </a:r>
            <a:r>
              <a:rPr sz="3000" spc="160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L</a:t>
            </a:r>
            <a:r>
              <a:rPr sz="3000" spc="-85" dirty="0">
                <a:latin typeface="Trebuchet MS"/>
                <a:cs typeface="Trebuchet MS"/>
              </a:rPr>
              <a:t>i</a:t>
            </a:r>
            <a:r>
              <a:rPr sz="3000" spc="-165" dirty="0">
                <a:latin typeface="Trebuchet MS"/>
                <a:cs typeface="Trebuchet MS"/>
              </a:rPr>
              <a:t>n</a:t>
            </a:r>
            <a:r>
              <a:rPr sz="3000" spc="-200" dirty="0">
                <a:latin typeface="Trebuchet MS"/>
                <a:cs typeface="Trebuchet MS"/>
              </a:rPr>
              <a:t>ux,</a:t>
            </a:r>
            <a:r>
              <a:rPr sz="3000" spc="-135" dirty="0">
                <a:latin typeface="Trebuchet MS"/>
                <a:cs typeface="Trebuchet MS"/>
              </a:rPr>
              <a:t> </a:t>
            </a:r>
            <a:r>
              <a:rPr sz="3000" spc="-85" dirty="0">
                <a:latin typeface="Trebuchet MS"/>
                <a:cs typeface="Trebuchet MS"/>
              </a:rPr>
              <a:t>Mac</a:t>
            </a:r>
            <a:r>
              <a:rPr sz="3000" spc="170" dirty="0">
                <a:latin typeface="Trebuchet MS"/>
                <a:cs typeface="Trebuchet MS"/>
              </a:rPr>
              <a:t> </a:t>
            </a:r>
            <a:r>
              <a:rPr sz="3000" spc="185" dirty="0">
                <a:latin typeface="Trebuchet MS"/>
                <a:cs typeface="Trebuchet MS"/>
              </a:rPr>
              <a:t>OS</a:t>
            </a:r>
            <a:r>
              <a:rPr sz="3000" spc="170" dirty="0">
                <a:latin typeface="Trebuchet MS"/>
                <a:cs typeface="Trebuchet MS"/>
              </a:rPr>
              <a:t> </a:t>
            </a:r>
            <a:r>
              <a:rPr sz="3000" spc="315" dirty="0">
                <a:latin typeface="Trebuchet MS"/>
                <a:cs typeface="Trebuchet MS"/>
              </a:rPr>
              <a:t>X  </a:t>
            </a:r>
            <a:r>
              <a:rPr sz="3000" spc="-195" dirty="0">
                <a:latin typeface="Trebuchet MS"/>
                <a:cs typeface="Trebuchet MS"/>
              </a:rPr>
              <a:t>and</a:t>
            </a:r>
            <a:r>
              <a:rPr sz="3000" spc="-455" dirty="0">
                <a:latin typeface="Trebuchet MS"/>
                <a:cs typeface="Trebuchet MS"/>
              </a:rPr>
              <a:t> </a:t>
            </a:r>
            <a:r>
              <a:rPr sz="3000" spc="25" dirty="0">
                <a:latin typeface="Trebuchet MS"/>
                <a:cs typeface="Trebuchet MS"/>
              </a:rPr>
              <a:t>Wind</a:t>
            </a:r>
            <a:r>
              <a:rPr sz="3000" spc="-10" dirty="0">
                <a:latin typeface="Trebuchet MS"/>
                <a:cs typeface="Trebuchet MS"/>
              </a:rPr>
              <a:t>o</a:t>
            </a:r>
            <a:r>
              <a:rPr sz="3000" spc="-95" dirty="0">
                <a:latin typeface="Trebuchet MS"/>
                <a:cs typeface="Trebuchet MS"/>
              </a:rPr>
              <a:t>w</a:t>
            </a:r>
            <a:r>
              <a:rPr sz="3000" spc="-50" dirty="0">
                <a:latin typeface="Trebuchet MS"/>
                <a:cs typeface="Trebuchet MS"/>
              </a:rPr>
              <a:t>s</a:t>
            </a:r>
            <a:r>
              <a:rPr sz="3000" spc="-75" dirty="0">
                <a:latin typeface="Trebuchet MS"/>
                <a:cs typeface="Trebuchet MS"/>
              </a:rPr>
              <a:t> </a:t>
            </a:r>
            <a:r>
              <a:rPr sz="3000" spc="-260" dirty="0">
                <a:latin typeface="Trebuchet MS"/>
                <a:cs typeface="Trebuchet MS"/>
              </a:rPr>
              <a:t>plat</a:t>
            </a:r>
            <a:r>
              <a:rPr sz="3000" spc="-229" dirty="0">
                <a:latin typeface="Trebuchet MS"/>
                <a:cs typeface="Trebuchet MS"/>
              </a:rPr>
              <a:t>f</a:t>
            </a:r>
            <a:r>
              <a:rPr sz="3000" spc="-45" dirty="0">
                <a:latin typeface="Trebuchet MS"/>
                <a:cs typeface="Trebuchet MS"/>
              </a:rPr>
              <a:t>orms</a:t>
            </a:r>
            <a:endParaRPr sz="3000">
              <a:latin typeface="Trebuchet MS"/>
              <a:cs typeface="Trebuchet MS"/>
            </a:endParaRPr>
          </a:p>
          <a:p>
            <a:pPr marL="241300" indent="-229235">
              <a:lnSpc>
                <a:spcPct val="100000"/>
              </a:lnSpc>
              <a:spcBef>
                <a:spcPts val="275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r>
              <a:rPr sz="3000" spc="-85" dirty="0">
                <a:latin typeface="Trebuchet MS"/>
                <a:cs typeface="Trebuchet MS"/>
              </a:rPr>
              <a:t>Suppo</a:t>
            </a:r>
            <a:r>
              <a:rPr sz="3000" spc="-5" dirty="0">
                <a:latin typeface="Trebuchet MS"/>
                <a:cs typeface="Trebuchet MS"/>
              </a:rPr>
              <a:t>r</a:t>
            </a:r>
            <a:r>
              <a:rPr sz="3000" spc="-130" dirty="0">
                <a:latin typeface="Trebuchet MS"/>
                <a:cs typeface="Trebuchet MS"/>
              </a:rPr>
              <a:t>ts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Py</a:t>
            </a:r>
            <a:r>
              <a:rPr sz="3000" spc="-175" dirty="0">
                <a:latin typeface="Trebuchet MS"/>
                <a:cs typeface="Trebuchet MS"/>
              </a:rPr>
              <a:t>thon,</a:t>
            </a:r>
            <a:r>
              <a:rPr sz="3000" spc="-365" dirty="0">
                <a:latin typeface="Trebuchet MS"/>
                <a:cs typeface="Trebuchet MS"/>
              </a:rPr>
              <a:t> </a:t>
            </a:r>
            <a:r>
              <a:rPr sz="3000" spc="40" dirty="0">
                <a:latin typeface="Trebuchet MS"/>
                <a:cs typeface="Trebuchet MS"/>
              </a:rPr>
              <a:t>PH</a:t>
            </a:r>
            <a:r>
              <a:rPr sz="3000" spc="-605" dirty="0">
                <a:latin typeface="Trebuchet MS"/>
                <a:cs typeface="Trebuchet MS"/>
              </a:rPr>
              <a:t>P</a:t>
            </a:r>
            <a:r>
              <a:rPr sz="3000" spc="-445" dirty="0">
                <a:latin typeface="Trebuchet MS"/>
                <a:cs typeface="Trebuchet MS"/>
              </a:rPr>
              <a:t>,</a:t>
            </a:r>
            <a:r>
              <a:rPr sz="3000" spc="-365" dirty="0">
                <a:latin typeface="Trebuchet MS"/>
                <a:cs typeface="Trebuchet MS"/>
              </a:rPr>
              <a:t> </a:t>
            </a:r>
            <a:r>
              <a:rPr sz="3000" spc="-465" dirty="0">
                <a:latin typeface="Trebuchet MS"/>
                <a:cs typeface="Trebuchet MS"/>
              </a:rPr>
              <a:t>J</a:t>
            </a:r>
            <a:r>
              <a:rPr sz="3000" spc="-615" dirty="0">
                <a:latin typeface="Trebuchet MS"/>
                <a:cs typeface="Trebuchet MS"/>
              </a:rPr>
              <a:t>a</a:t>
            </a:r>
            <a:r>
              <a:rPr sz="3000" spc="-229" dirty="0">
                <a:latin typeface="Trebuchet MS"/>
                <a:cs typeface="Trebuchet MS"/>
              </a:rPr>
              <a:t>va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185" dirty="0">
                <a:latin typeface="Trebuchet MS"/>
                <a:cs typeface="Trebuchet MS"/>
              </a:rPr>
              <a:t>et</a:t>
            </a:r>
            <a:r>
              <a:rPr sz="3000" spc="-140" dirty="0">
                <a:latin typeface="Trebuchet MS"/>
                <a:cs typeface="Trebuchet MS"/>
              </a:rPr>
              <a:t>c</a:t>
            </a:r>
            <a:r>
              <a:rPr sz="3000" spc="-445" dirty="0">
                <a:latin typeface="Trebuchet MS"/>
                <a:cs typeface="Trebuchet MS"/>
              </a:rPr>
              <a:t>.</a:t>
            </a:r>
            <a:endParaRPr sz="3000">
              <a:latin typeface="Trebuchet MS"/>
              <a:cs typeface="Trebuchet MS"/>
            </a:endParaRPr>
          </a:p>
          <a:p>
            <a:pPr marL="241300" indent="-229235">
              <a:lnSpc>
                <a:spcPct val="100000"/>
              </a:lnSpc>
              <a:spcBef>
                <a:spcPts val="275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r>
              <a:rPr sz="3000" spc="295" dirty="0">
                <a:latin typeface="Trebuchet MS"/>
                <a:cs typeface="Trebuchet MS"/>
              </a:rPr>
              <a:t>W</a:t>
            </a:r>
            <a:r>
              <a:rPr sz="3000" spc="-220" dirty="0">
                <a:latin typeface="Trebuchet MS"/>
                <a:cs typeface="Trebuchet MS"/>
              </a:rPr>
              <a:t>ell</a:t>
            </a:r>
            <a:r>
              <a:rPr sz="3000" spc="-60" dirty="0">
                <a:latin typeface="Trebuchet MS"/>
                <a:cs typeface="Trebuchet MS"/>
              </a:rPr>
              <a:t> </a:t>
            </a:r>
            <a:r>
              <a:rPr sz="3000" spc="-155" dirty="0">
                <a:latin typeface="Trebuchet MS"/>
                <a:cs typeface="Trebuchet MS"/>
              </a:rPr>
              <a:t>suited</a:t>
            </a:r>
            <a:r>
              <a:rPr sz="3000" spc="-80" dirty="0">
                <a:latin typeface="Trebuchet MS"/>
                <a:cs typeface="Trebuchet MS"/>
              </a:rPr>
              <a:t> </a:t>
            </a:r>
            <a:r>
              <a:rPr sz="3000" spc="-380" dirty="0">
                <a:latin typeface="Trebuchet MS"/>
                <a:cs typeface="Trebuchet MS"/>
              </a:rPr>
              <a:t>f</a:t>
            </a:r>
            <a:r>
              <a:rPr sz="3000" spc="30" dirty="0">
                <a:latin typeface="Trebuchet MS"/>
                <a:cs typeface="Trebuchet MS"/>
              </a:rPr>
              <a:t>or</a:t>
            </a:r>
            <a:r>
              <a:rPr sz="3000" spc="-90" dirty="0">
                <a:latin typeface="Trebuchet MS"/>
                <a:cs typeface="Trebuchet MS"/>
              </a:rPr>
              <a:t> </a:t>
            </a:r>
            <a:r>
              <a:rPr sz="3000" spc="-175" dirty="0">
                <a:latin typeface="Trebuchet MS"/>
                <a:cs typeface="Trebuchet MS"/>
              </a:rPr>
              <a:t>d</a:t>
            </a:r>
            <a:r>
              <a:rPr sz="3000" spc="-225" dirty="0">
                <a:latin typeface="Trebuchet MS"/>
                <a:cs typeface="Trebuchet MS"/>
              </a:rPr>
              <a:t>ev</a:t>
            </a:r>
            <a:r>
              <a:rPr sz="3000" spc="-114" dirty="0">
                <a:latin typeface="Trebuchet MS"/>
                <a:cs typeface="Trebuchet MS"/>
              </a:rPr>
              <a:t>elopers</a:t>
            </a:r>
            <a:endParaRPr sz="3000">
              <a:latin typeface="Trebuchet MS"/>
              <a:cs typeface="Trebuchet MS"/>
            </a:endParaRPr>
          </a:p>
          <a:p>
            <a:pPr marL="241300" marR="5715" indent="-229235">
              <a:lnSpc>
                <a:spcPct val="80000"/>
              </a:lnSpc>
              <a:spcBef>
                <a:spcPts val="1010"/>
              </a:spcBef>
              <a:buClr>
                <a:srgbClr val="3891A7"/>
              </a:buClr>
              <a:buSzPct val="70000"/>
              <a:buFont typeface="Segoe UI Symbol"/>
              <a:buChar char="⚫"/>
              <a:tabLst>
                <a:tab pos="241935" algn="l"/>
              </a:tabLst>
            </a:pPr>
            <a:r>
              <a:rPr sz="3000" spc="-175" dirty="0">
                <a:latin typeface="Trebuchet MS"/>
                <a:cs typeface="Trebuchet MS"/>
              </a:rPr>
              <a:t>Enables</a:t>
            </a:r>
            <a:r>
              <a:rPr sz="3000" spc="350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users</a:t>
            </a:r>
            <a:r>
              <a:rPr sz="3000" spc="345" dirty="0">
                <a:latin typeface="Trebuchet MS"/>
                <a:cs typeface="Trebuchet MS"/>
              </a:rPr>
              <a:t> </a:t>
            </a:r>
            <a:r>
              <a:rPr sz="3000" spc="-75" dirty="0">
                <a:latin typeface="Trebuchet MS"/>
                <a:cs typeface="Trebuchet MS"/>
              </a:rPr>
              <a:t>to</a:t>
            </a:r>
            <a:r>
              <a:rPr sz="3000" spc="340" dirty="0">
                <a:latin typeface="Trebuchet MS"/>
                <a:cs typeface="Trebuchet MS"/>
              </a:rPr>
              <a:t> </a:t>
            </a:r>
            <a:r>
              <a:rPr sz="3000" spc="-195" dirty="0">
                <a:latin typeface="Trebuchet MS"/>
                <a:cs typeface="Trebuchet MS"/>
              </a:rPr>
              <a:t>install</a:t>
            </a:r>
            <a:r>
              <a:rPr sz="3000" spc="350" dirty="0">
                <a:latin typeface="Trebuchet MS"/>
                <a:cs typeface="Trebuchet MS"/>
              </a:rPr>
              <a:t> </a:t>
            </a:r>
            <a:r>
              <a:rPr sz="3000" spc="-195" dirty="0">
                <a:latin typeface="Trebuchet MS"/>
                <a:cs typeface="Trebuchet MS"/>
              </a:rPr>
              <a:t>plug</a:t>
            </a:r>
            <a:r>
              <a:rPr sz="3000" spc="360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ins</a:t>
            </a:r>
            <a:r>
              <a:rPr sz="3000" spc="345" dirty="0">
                <a:latin typeface="Trebuchet MS"/>
                <a:cs typeface="Trebuchet MS"/>
              </a:rPr>
              <a:t> </a:t>
            </a:r>
            <a:r>
              <a:rPr sz="3000" spc="30" dirty="0">
                <a:latin typeface="Trebuchet MS"/>
                <a:cs typeface="Trebuchet MS"/>
              </a:rPr>
              <a:t>or </a:t>
            </a:r>
            <a:r>
              <a:rPr sz="3000" spc="-890" dirty="0">
                <a:latin typeface="Trebuchet MS"/>
                <a:cs typeface="Trebuchet MS"/>
              </a:rPr>
              <a:t> </a:t>
            </a:r>
            <a:r>
              <a:rPr sz="3000" spc="-190" dirty="0">
                <a:latin typeface="Trebuchet MS"/>
                <a:cs typeface="Trebuchet MS"/>
              </a:rPr>
              <a:t>packages</a:t>
            </a:r>
            <a:endParaRPr sz="3000">
              <a:latin typeface="Trebuchet MS"/>
              <a:cs typeface="Trebuchet MS"/>
            </a:endParaRPr>
          </a:p>
          <a:p>
            <a:pPr marL="698500" marR="6985" lvl="1" indent="-228600">
              <a:lnSpc>
                <a:spcPts val="2690"/>
              </a:lnSpc>
              <a:spcBef>
                <a:spcPts val="480"/>
              </a:spcBef>
              <a:buClr>
                <a:srgbClr val="3891A7"/>
              </a:buClr>
              <a:buFont typeface="Verdana"/>
              <a:buChar char="◦"/>
              <a:tabLst>
                <a:tab pos="699135" algn="l"/>
              </a:tabLst>
            </a:pPr>
            <a:r>
              <a:rPr sz="2800" spc="-175" dirty="0">
                <a:latin typeface="Trebuchet MS"/>
                <a:cs typeface="Trebuchet MS"/>
              </a:rPr>
              <a:t>Packages</a:t>
            </a:r>
            <a:r>
              <a:rPr sz="2800" spc="229" dirty="0">
                <a:latin typeface="Trebuchet MS"/>
                <a:cs typeface="Trebuchet MS"/>
              </a:rPr>
              <a:t> </a:t>
            </a:r>
            <a:r>
              <a:rPr sz="2800" spc="-195" dirty="0">
                <a:latin typeface="Trebuchet MS"/>
                <a:cs typeface="Trebuchet MS"/>
              </a:rPr>
              <a:t>can</a:t>
            </a:r>
            <a:r>
              <a:rPr sz="2800" spc="225" dirty="0">
                <a:latin typeface="Trebuchet MS"/>
                <a:cs typeface="Trebuchet MS"/>
              </a:rPr>
              <a:t> </a:t>
            </a:r>
            <a:r>
              <a:rPr sz="2800" spc="-175" dirty="0">
                <a:latin typeface="Trebuchet MS"/>
                <a:cs typeface="Trebuchet MS"/>
              </a:rPr>
              <a:t>be</a:t>
            </a:r>
            <a:r>
              <a:rPr sz="2800" spc="235" dirty="0">
                <a:latin typeface="Trebuchet MS"/>
                <a:cs typeface="Trebuchet MS"/>
              </a:rPr>
              <a:t> </a:t>
            </a:r>
            <a:r>
              <a:rPr sz="2800" spc="-180" dirty="0">
                <a:latin typeface="Trebuchet MS"/>
                <a:cs typeface="Trebuchet MS"/>
              </a:rPr>
              <a:t>installed</a:t>
            </a:r>
            <a:r>
              <a:rPr sz="2800" spc="229" dirty="0">
                <a:latin typeface="Trebuchet MS"/>
                <a:cs typeface="Trebuchet MS"/>
              </a:rPr>
              <a:t> </a:t>
            </a:r>
            <a:r>
              <a:rPr sz="2800" spc="-105" dirty="0">
                <a:latin typeface="Trebuchet MS"/>
                <a:cs typeface="Trebuchet MS"/>
              </a:rPr>
              <a:t>for</a:t>
            </a:r>
            <a:r>
              <a:rPr sz="2800" spc="240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code </a:t>
            </a:r>
            <a:r>
              <a:rPr sz="2800" spc="-825" dirty="0">
                <a:latin typeface="Trebuchet MS"/>
                <a:cs typeface="Trebuchet MS"/>
              </a:rPr>
              <a:t> </a:t>
            </a:r>
            <a:r>
              <a:rPr sz="2800" spc="-114" dirty="0">
                <a:latin typeface="Trebuchet MS"/>
                <a:cs typeface="Trebuchet MS"/>
              </a:rPr>
              <a:t>com</a:t>
            </a:r>
            <a:r>
              <a:rPr sz="2800" spc="-100" dirty="0">
                <a:latin typeface="Trebuchet MS"/>
                <a:cs typeface="Trebuchet MS"/>
              </a:rPr>
              <a:t>p</a:t>
            </a:r>
            <a:r>
              <a:rPr sz="2800" spc="-140" dirty="0">
                <a:latin typeface="Trebuchet MS"/>
                <a:cs typeface="Trebuchet MS"/>
              </a:rPr>
              <a:t>leti</a:t>
            </a:r>
            <a:r>
              <a:rPr sz="2800" spc="-190" dirty="0">
                <a:latin typeface="Trebuchet MS"/>
                <a:cs typeface="Trebuchet MS"/>
              </a:rPr>
              <a:t>o</a:t>
            </a:r>
            <a:r>
              <a:rPr sz="2800" spc="-275" dirty="0">
                <a:latin typeface="Trebuchet MS"/>
                <a:cs typeface="Trebuchet MS"/>
              </a:rPr>
              <a:t>n,</a:t>
            </a:r>
            <a:r>
              <a:rPr sz="2800" spc="-340" dirty="0">
                <a:latin typeface="Trebuchet MS"/>
                <a:cs typeface="Trebuchet MS"/>
              </a:rPr>
              <a:t> </a:t>
            </a:r>
            <a:r>
              <a:rPr sz="2800" spc="-160" dirty="0">
                <a:latin typeface="Trebuchet MS"/>
                <a:cs typeface="Trebuchet MS"/>
              </a:rPr>
              <a:t>deb</a:t>
            </a:r>
            <a:r>
              <a:rPr sz="2800" spc="-190" dirty="0">
                <a:latin typeface="Trebuchet MS"/>
                <a:cs typeface="Trebuchet MS"/>
              </a:rPr>
              <a:t>ugg</a:t>
            </a:r>
            <a:r>
              <a:rPr sz="2800" spc="-185" dirty="0">
                <a:latin typeface="Trebuchet MS"/>
                <a:cs typeface="Trebuchet MS"/>
              </a:rPr>
              <a:t>ing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48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5"/>
            <a:ext cx="132461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35" dirty="0">
                <a:solidFill>
                  <a:srgbClr val="0A5293"/>
                </a:solidFill>
                <a:latin typeface="Trebuchet MS"/>
                <a:cs typeface="Trebuchet MS"/>
              </a:rPr>
              <a:t>Atom</a:t>
            </a:r>
            <a:endParaRPr sz="44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81783" y="1092708"/>
            <a:ext cx="6217920" cy="482346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508122" y="6105553"/>
            <a:ext cx="19589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latin typeface="Arial"/>
                <a:cs typeface="Arial"/>
              </a:rPr>
              <a:t>Source-</a:t>
            </a:r>
            <a:r>
              <a:rPr sz="1400" b="1" u="heavy" spc="-5" dirty="0">
                <a:solidFill>
                  <a:srgbClr val="0096A7"/>
                </a:solidFill>
                <a:uFill>
                  <a:solidFill>
                    <a:srgbClr val="0096A7"/>
                  </a:solidFill>
                </a:uFill>
                <a:latin typeface="Arial"/>
                <a:cs typeface="Arial"/>
                <a:hlinkClick r:id="rId3"/>
              </a:rPr>
              <a:t>https://atom.io/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11334243" y="6452841"/>
            <a:ext cx="228600" cy="18659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spc="-30" dirty="0"/>
              <a:t>49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953" y="351285"/>
            <a:ext cx="673798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220" dirty="0">
                <a:solidFill>
                  <a:srgbClr val="0A5293"/>
                </a:solidFill>
                <a:latin typeface="Trebuchet MS"/>
                <a:cs typeface="Trebuchet MS"/>
              </a:rPr>
              <a:t>H</a:t>
            </a:r>
            <a:r>
              <a:rPr sz="4400" b="0" spc="130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110" dirty="0">
                <a:solidFill>
                  <a:srgbClr val="0A5293"/>
                </a:solidFill>
                <a:latin typeface="Trebuchet MS"/>
                <a:cs typeface="Trebuchet MS"/>
              </a:rPr>
              <a:t>w</a:t>
            </a:r>
            <a:r>
              <a:rPr sz="4400" b="0" spc="-10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95" dirty="0">
                <a:solidFill>
                  <a:srgbClr val="0A5293"/>
                </a:solidFill>
                <a:latin typeface="Trebuchet MS"/>
                <a:cs typeface="Trebuchet MS"/>
              </a:rPr>
              <a:t>t</a:t>
            </a:r>
            <a:r>
              <a:rPr sz="4400" b="0" spc="-125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10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80" dirty="0">
                <a:solidFill>
                  <a:srgbClr val="0A5293"/>
                </a:solidFill>
                <a:latin typeface="Trebuchet MS"/>
                <a:cs typeface="Trebuchet MS"/>
              </a:rPr>
              <a:t>cho</a:t>
            </a:r>
            <a:r>
              <a:rPr sz="4400" b="0" spc="-95" dirty="0">
                <a:solidFill>
                  <a:srgbClr val="0A5293"/>
                </a:solidFill>
                <a:latin typeface="Trebuchet MS"/>
                <a:cs typeface="Trebuchet MS"/>
              </a:rPr>
              <a:t>o</a:t>
            </a:r>
            <a:r>
              <a:rPr sz="4400" b="0" spc="-190" dirty="0">
                <a:solidFill>
                  <a:srgbClr val="0A5293"/>
                </a:solidFill>
                <a:latin typeface="Trebuchet MS"/>
                <a:cs typeface="Trebuchet MS"/>
              </a:rPr>
              <a:t>se</a:t>
            </a:r>
            <a:r>
              <a:rPr sz="4400" b="0" spc="-114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50" dirty="0">
                <a:solidFill>
                  <a:srgbClr val="0A5293"/>
                </a:solidFill>
                <a:latin typeface="Trebuchet MS"/>
                <a:cs typeface="Trebuchet MS"/>
              </a:rPr>
              <a:t>th</a:t>
            </a:r>
            <a:r>
              <a:rPr sz="4400" b="0" spc="-285" dirty="0">
                <a:solidFill>
                  <a:srgbClr val="0A5293"/>
                </a:solidFill>
                <a:latin typeface="Trebuchet MS"/>
                <a:cs typeface="Trebuchet MS"/>
              </a:rPr>
              <a:t>e</a:t>
            </a:r>
            <a:r>
              <a:rPr sz="4400" b="0" spc="-105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-229" dirty="0">
                <a:solidFill>
                  <a:srgbClr val="0A5293"/>
                </a:solidFill>
                <a:latin typeface="Trebuchet MS"/>
                <a:cs typeface="Trebuchet MS"/>
              </a:rPr>
              <a:t>best</a:t>
            </a:r>
            <a:r>
              <a:rPr sz="4400" b="0" spc="-120" dirty="0">
                <a:solidFill>
                  <a:srgbClr val="0A5293"/>
                </a:solidFill>
                <a:latin typeface="Trebuchet MS"/>
                <a:cs typeface="Trebuchet MS"/>
              </a:rPr>
              <a:t> </a:t>
            </a:r>
            <a:r>
              <a:rPr sz="4400" b="0" spc="40" dirty="0">
                <a:solidFill>
                  <a:srgbClr val="0A5293"/>
                </a:solidFill>
                <a:latin typeface="Trebuchet MS"/>
                <a:cs typeface="Trebuchet MS"/>
              </a:rPr>
              <a:t>IDE?</a:t>
            </a:r>
            <a:endParaRPr sz="4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6941" y="1475954"/>
            <a:ext cx="9751059" cy="2176493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720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-145" dirty="0">
                <a:latin typeface="Trebuchet MS"/>
                <a:cs typeface="Trebuchet MS"/>
              </a:rPr>
              <a:t>Requirements</a:t>
            </a:r>
            <a:endParaRPr sz="3200" dirty="0">
              <a:latin typeface="Trebuchet MS"/>
              <a:cs typeface="Trebuchet MS"/>
            </a:endParaRPr>
          </a:p>
          <a:p>
            <a:pPr marL="241300" marR="5080" indent="-229235" algn="just">
              <a:lnSpc>
                <a:spcPct val="90000"/>
              </a:lnSpc>
              <a:spcBef>
                <a:spcPts val="100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-45" dirty="0">
                <a:latin typeface="Trebuchet MS"/>
                <a:cs typeface="Trebuchet MS"/>
              </a:rPr>
              <a:t>Working </a:t>
            </a:r>
            <a:r>
              <a:rPr sz="3200" spc="-165" dirty="0">
                <a:latin typeface="Trebuchet MS"/>
                <a:cs typeface="Trebuchet MS"/>
              </a:rPr>
              <a:t>with </a:t>
            </a:r>
            <a:r>
              <a:rPr sz="3200" spc="-220" dirty="0">
                <a:latin typeface="Trebuchet MS"/>
                <a:cs typeface="Trebuchet MS"/>
              </a:rPr>
              <a:t>different </a:t>
            </a:r>
            <a:r>
              <a:rPr sz="3200" spc="40" dirty="0">
                <a:latin typeface="Trebuchet MS"/>
                <a:cs typeface="Trebuchet MS"/>
              </a:rPr>
              <a:t>IDEs </a:t>
            </a:r>
            <a:r>
              <a:rPr sz="3200" spc="45" dirty="0">
                <a:latin typeface="Trebuchet MS"/>
                <a:cs typeface="Trebuchet MS"/>
              </a:rPr>
              <a:t> </a:t>
            </a:r>
            <a:r>
              <a:rPr sz="3200" spc="-170" dirty="0">
                <a:latin typeface="Trebuchet MS"/>
                <a:cs typeface="Trebuchet MS"/>
              </a:rPr>
              <a:t>helps </a:t>
            </a:r>
            <a:r>
              <a:rPr sz="3200" spc="-105" dirty="0">
                <a:latin typeface="Trebuchet MS"/>
                <a:cs typeface="Trebuchet MS"/>
              </a:rPr>
              <a:t>us </a:t>
            </a:r>
            <a:r>
              <a:rPr sz="3200" spc="-155" dirty="0">
                <a:latin typeface="Trebuchet MS"/>
                <a:cs typeface="Trebuchet MS"/>
              </a:rPr>
              <a:t>understand </a:t>
            </a:r>
            <a:r>
              <a:rPr sz="3200" spc="-30" dirty="0">
                <a:latin typeface="Trebuchet MS"/>
                <a:cs typeface="Trebuchet MS"/>
              </a:rPr>
              <a:t>our </a:t>
            </a:r>
            <a:r>
              <a:rPr sz="3200" spc="-80" dirty="0">
                <a:latin typeface="Trebuchet MS"/>
                <a:cs typeface="Trebuchet MS"/>
              </a:rPr>
              <a:t>own </a:t>
            </a:r>
            <a:r>
              <a:rPr sz="3200" spc="-950" dirty="0">
                <a:latin typeface="Trebuchet MS"/>
                <a:cs typeface="Trebuchet MS"/>
              </a:rPr>
              <a:t> </a:t>
            </a:r>
            <a:r>
              <a:rPr sz="3200" spc="-165" dirty="0">
                <a:latin typeface="Trebuchet MS"/>
                <a:cs typeface="Trebuchet MS"/>
              </a:rPr>
              <a:t>requirement</a:t>
            </a:r>
            <a:endParaRPr sz="3200" dirty="0">
              <a:latin typeface="Trebuchet MS"/>
              <a:cs typeface="Trebuchet MS"/>
            </a:endParaRPr>
          </a:p>
          <a:p>
            <a:pPr marL="241300" marR="5715" indent="-229235" algn="just">
              <a:lnSpc>
                <a:spcPts val="3460"/>
              </a:lnSpc>
              <a:spcBef>
                <a:spcPts val="1045"/>
              </a:spcBef>
              <a:buClr>
                <a:srgbClr val="3891A7"/>
              </a:buClr>
              <a:buSzPct val="70312"/>
              <a:buFont typeface="Segoe UI Symbol"/>
              <a:buChar char="⚫"/>
              <a:tabLst>
                <a:tab pos="241935" algn="l"/>
              </a:tabLst>
            </a:pPr>
            <a:r>
              <a:rPr sz="3200" spc="-120" dirty="0">
                <a:latin typeface="Trebuchet MS"/>
                <a:cs typeface="Trebuchet MS"/>
              </a:rPr>
              <a:t>In</a:t>
            </a:r>
            <a:r>
              <a:rPr sz="3200" spc="155" dirty="0">
                <a:latin typeface="Trebuchet MS"/>
                <a:cs typeface="Trebuchet MS"/>
              </a:rPr>
              <a:t> </a:t>
            </a:r>
            <a:r>
              <a:rPr sz="3200" spc="-220" dirty="0">
                <a:latin typeface="Trebuchet MS"/>
                <a:cs typeface="Trebuchet MS"/>
              </a:rPr>
              <a:t>t</a:t>
            </a:r>
            <a:r>
              <a:rPr sz="3200" spc="-140" dirty="0">
                <a:latin typeface="Trebuchet MS"/>
                <a:cs typeface="Trebuchet MS"/>
              </a:rPr>
              <a:t>his</a:t>
            </a:r>
            <a:r>
              <a:rPr sz="3200" spc="150" dirty="0">
                <a:latin typeface="Trebuchet MS"/>
                <a:cs typeface="Trebuchet MS"/>
              </a:rPr>
              <a:t> </a:t>
            </a:r>
            <a:r>
              <a:rPr sz="3200" spc="-195" dirty="0">
                <a:latin typeface="Trebuchet MS"/>
                <a:cs typeface="Trebuchet MS"/>
              </a:rPr>
              <a:t>c</a:t>
            </a:r>
            <a:r>
              <a:rPr sz="3200" spc="-50" dirty="0">
                <a:latin typeface="Trebuchet MS"/>
                <a:cs typeface="Trebuchet MS"/>
              </a:rPr>
              <a:t>o</a:t>
            </a:r>
            <a:r>
              <a:rPr sz="3200" spc="-65" dirty="0">
                <a:latin typeface="Trebuchet MS"/>
                <a:cs typeface="Trebuchet MS"/>
              </a:rPr>
              <a:t>u</a:t>
            </a:r>
            <a:r>
              <a:rPr sz="3200" spc="-75" dirty="0">
                <a:latin typeface="Trebuchet MS"/>
                <a:cs typeface="Trebuchet MS"/>
              </a:rPr>
              <a:t>rs</a:t>
            </a:r>
            <a:r>
              <a:rPr sz="3200" spc="-40" dirty="0">
                <a:latin typeface="Trebuchet MS"/>
                <a:cs typeface="Trebuchet MS"/>
              </a:rPr>
              <a:t>e</a:t>
            </a:r>
            <a:r>
              <a:rPr sz="3200" spc="-475" dirty="0">
                <a:latin typeface="Trebuchet MS"/>
                <a:cs typeface="Trebuchet MS"/>
              </a:rPr>
              <a:t>,</a:t>
            </a:r>
            <a:r>
              <a:rPr sz="3200" spc="-165" dirty="0">
                <a:latin typeface="Trebuchet MS"/>
                <a:cs typeface="Trebuchet MS"/>
              </a:rPr>
              <a:t> </a:t>
            </a:r>
            <a:r>
              <a:rPr sz="3200" spc="-95" dirty="0" err="1" smtClean="0">
                <a:latin typeface="Trebuchet MS"/>
                <a:cs typeface="Trebuchet MS"/>
              </a:rPr>
              <a:t>S</a:t>
            </a:r>
            <a:r>
              <a:rPr sz="3200" spc="-300" dirty="0" err="1" smtClean="0">
                <a:latin typeface="Trebuchet MS"/>
                <a:cs typeface="Trebuchet MS"/>
              </a:rPr>
              <a:t>p</a:t>
            </a:r>
            <a:r>
              <a:rPr sz="3200" spc="-130" dirty="0" err="1" smtClean="0">
                <a:latin typeface="Trebuchet MS"/>
                <a:cs typeface="Trebuchet MS"/>
              </a:rPr>
              <a:t>yder</a:t>
            </a:r>
            <a:r>
              <a:rPr lang="en-US" sz="3200" spc="-130" dirty="0" smtClean="0">
                <a:latin typeface="Trebuchet MS"/>
                <a:cs typeface="Trebuchet MS"/>
              </a:rPr>
              <a:t>/</a:t>
            </a:r>
            <a:r>
              <a:rPr lang="en-US" sz="3200" spc="-130" dirty="0" err="1" smtClean="0">
                <a:latin typeface="Trebuchet MS"/>
                <a:cs typeface="Trebuchet MS"/>
              </a:rPr>
              <a:t>Jupyter</a:t>
            </a:r>
            <a:r>
              <a:rPr sz="3200" spc="150" dirty="0" smtClean="0">
                <a:latin typeface="Trebuchet MS"/>
                <a:cs typeface="Trebuchet MS"/>
              </a:rPr>
              <a:t> </a:t>
            </a:r>
            <a:r>
              <a:rPr sz="3200" spc="-95" dirty="0">
                <a:latin typeface="Trebuchet MS"/>
                <a:cs typeface="Trebuchet MS"/>
              </a:rPr>
              <a:t>w</a:t>
            </a:r>
            <a:r>
              <a:rPr sz="3200" spc="-235" dirty="0">
                <a:latin typeface="Trebuchet MS"/>
                <a:cs typeface="Trebuchet MS"/>
              </a:rPr>
              <a:t>ill</a:t>
            </a:r>
            <a:r>
              <a:rPr sz="3200" spc="145" dirty="0">
                <a:latin typeface="Trebuchet MS"/>
                <a:cs typeface="Trebuchet MS"/>
              </a:rPr>
              <a:t> </a:t>
            </a:r>
            <a:r>
              <a:rPr sz="3200" spc="-155" dirty="0">
                <a:latin typeface="Trebuchet MS"/>
                <a:cs typeface="Trebuchet MS"/>
              </a:rPr>
              <a:t>be  </a:t>
            </a:r>
            <a:r>
              <a:rPr sz="3200" spc="-145" dirty="0">
                <a:latin typeface="Trebuchet MS"/>
                <a:cs typeface="Trebuchet MS"/>
              </a:rPr>
              <a:t>used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995030" y="5635246"/>
            <a:ext cx="2485391" cy="607218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3850" dirty="0">
                <a:solidFill>
                  <a:srgbClr val="FFFFFF"/>
                </a:solidFill>
              </a:rPr>
              <a:t>THANK</a:t>
            </a:r>
            <a:r>
              <a:rPr sz="3850" spc="-60" dirty="0">
                <a:solidFill>
                  <a:srgbClr val="FFFFFF"/>
                </a:solidFill>
              </a:rPr>
              <a:t> </a:t>
            </a:r>
            <a:r>
              <a:rPr sz="3850" spc="5" dirty="0">
                <a:solidFill>
                  <a:srgbClr val="FFFFFF"/>
                </a:solidFill>
              </a:rPr>
              <a:t>YOU</a:t>
            </a:r>
            <a:endParaRPr sz="385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ts val="1425"/>
              </a:lnSpc>
            </a:pPr>
            <a:r>
              <a:rPr lang="en-US" spc="-10" smtClean="0"/>
              <a:t>Introduction to Python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15"/>
              </a:spcBef>
            </a:pPr>
            <a:fld id="{81D60167-4931-47E6-BA6A-407CBD079E47}" type="slidenum">
              <a:rPr lang="en-US" spc="-30" smtClean="0"/>
              <a:t>50</a:t>
            </a:fld>
            <a:endParaRPr lang="en-US" spc="-3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125</TotalTime>
  <Words>1428</Words>
  <Application>Microsoft Office PowerPoint</Application>
  <PresentationFormat>Widescreen</PresentationFormat>
  <Paragraphs>286</Paragraphs>
  <Slides>50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70" baseType="lpstr">
      <vt:lpstr>MS PGothic</vt:lpstr>
      <vt:lpstr>AAAAAB+Helvetica</vt:lpstr>
      <vt:lpstr>AAAAAC+EuphemiaUCAS-Bold</vt:lpstr>
      <vt:lpstr>AAAAAD+EuphemiaUCAS</vt:lpstr>
      <vt:lpstr>AAAAAE+Helvetica-Bold</vt:lpstr>
      <vt:lpstr>AAAAAF+TimesNewRomanPSMT</vt:lpstr>
      <vt:lpstr>Arial</vt:lpstr>
      <vt:lpstr>Arial MT</vt:lpstr>
      <vt:lpstr>Calibri</vt:lpstr>
      <vt:lpstr>Courier New</vt:lpstr>
      <vt:lpstr>Lucida Sans Unicode</vt:lpstr>
      <vt:lpstr>Segoe UI Symbol</vt:lpstr>
      <vt:lpstr>Tahoma</vt:lpstr>
      <vt:lpstr>Times</vt:lpstr>
      <vt:lpstr>Times New Roman</vt:lpstr>
      <vt:lpstr>Trebuchet MS</vt:lpstr>
      <vt:lpstr>Verdana</vt:lpstr>
      <vt:lpstr>Wingdings 2</vt:lpstr>
      <vt:lpstr>Wingdings 3</vt:lpstr>
      <vt:lpstr>Concourse</vt:lpstr>
      <vt:lpstr>Introduction to Python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 this lecture</vt:lpstr>
      <vt:lpstr>Introduction</vt:lpstr>
      <vt:lpstr>Popular tools used</vt:lpstr>
      <vt:lpstr>PowerPoint Presentation</vt:lpstr>
      <vt:lpstr>PowerPoint Presentation</vt:lpstr>
      <vt:lpstr>Evolution of Python</vt:lpstr>
      <vt:lpstr>Where does the Python name come from?</vt:lpstr>
      <vt:lpstr>Brief History of Python</vt:lpstr>
      <vt:lpstr>PowerPoint Presentation</vt:lpstr>
      <vt:lpstr>Advantages of using python</vt:lpstr>
      <vt:lpstr>PowerPoint Presentation</vt:lpstr>
      <vt:lpstr>http://docs.python.org/</vt:lpstr>
      <vt:lpstr>PowerPoint Presentation</vt:lpstr>
      <vt:lpstr>PowerPoint Presentation</vt:lpstr>
      <vt:lpstr>Python Environment</vt:lpstr>
      <vt:lpstr>Integrated development  environment (IDE)</vt:lpstr>
      <vt:lpstr>Features of IDE</vt:lpstr>
      <vt:lpstr>PowerPoint Presentation</vt:lpstr>
      <vt:lpstr>Libraries &amp; Toolkits in Python</vt:lpstr>
      <vt:lpstr>Libraries</vt:lpstr>
      <vt:lpstr>PowerPoint Presentation</vt:lpstr>
      <vt:lpstr>PowerPoint Presentation</vt:lpstr>
      <vt:lpstr>PowerPoint Presentation</vt:lpstr>
      <vt:lpstr>Visualization</vt:lpstr>
      <vt:lpstr>Python Overview</vt:lpstr>
      <vt:lpstr>Python is Interpreted</vt:lpstr>
      <vt:lpstr>Python Features</vt:lpstr>
      <vt:lpstr>Python Features (cont’d)</vt:lpstr>
      <vt:lpstr>PowerPoint Presentation</vt:lpstr>
      <vt:lpstr>Commonly used Python IDEs</vt:lpstr>
      <vt:lpstr>Spyder</vt:lpstr>
      <vt:lpstr>Spyder</vt:lpstr>
      <vt:lpstr>Spyder</vt:lpstr>
      <vt:lpstr>PyCharm</vt:lpstr>
      <vt:lpstr>PyCharm</vt:lpstr>
      <vt:lpstr>PyCharm</vt:lpstr>
      <vt:lpstr>Jupyter Notebook</vt:lpstr>
      <vt:lpstr>Jupyter Notebook</vt:lpstr>
      <vt:lpstr>Jupyter Notebook</vt:lpstr>
      <vt:lpstr>Google Colab- Online Jupyter Notebook </vt:lpstr>
      <vt:lpstr>Atom</vt:lpstr>
      <vt:lpstr>Atom</vt:lpstr>
      <vt:lpstr>How to choose the best IDE?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Shweta Sridhar</dc:creator>
  <cp:lastModifiedBy>Microsoft account</cp:lastModifiedBy>
  <cp:revision>15</cp:revision>
  <dcterms:created xsi:type="dcterms:W3CDTF">2023-09-21T08:34:01Z</dcterms:created>
  <dcterms:modified xsi:type="dcterms:W3CDTF">2025-09-01T06:01:37Z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2019-09-10T00:00:00Z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2023-09-21T00:00:00Z</vt:filetime>
  </property>
</Properties>
</file>