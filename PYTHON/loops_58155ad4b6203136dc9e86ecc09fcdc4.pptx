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0" r:id="rId8"/>
    <p:sldId id="263" r:id="rId9"/>
    <p:sldId id="269" r:id="rId10"/>
    <p:sldId id="267" r:id="rId11"/>
    <p:sldId id="265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>
        <p:scale>
          <a:sx n="50" d="100"/>
          <a:sy n="50" d="100"/>
        </p:scale>
        <p:origin x="2189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5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9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5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8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3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8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8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7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3ADDA-3229-4AB0-80F2-E6DE29318CB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B0CD7-05CC-4D7F-A279-88DFEACB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89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eeksforgeeks.org/python/python-for-loop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w3schools.com/python/ref_func_range.asp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Java Do-While: How Do-While Loops Work in Java - Udemy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3509963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uide to For Loops [Explained with Examples] | Liquid We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9655" y="113666"/>
            <a:ext cx="1703705" cy="170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18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914400"/>
            <a:ext cx="7752295" cy="442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1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3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7841661" cy="341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6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4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66800"/>
            <a:ext cx="7476783" cy="43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6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5</a:t>
            </a:fld>
            <a:endParaRPr lang="en-US" spc="-30" dirty="0"/>
          </a:p>
        </p:txBody>
      </p:sp>
      <p:sp>
        <p:nvSpPr>
          <p:cNvPr id="5" name="Rectangle 4"/>
          <p:cNvSpPr/>
          <p:nvPr/>
        </p:nvSpPr>
        <p:spPr>
          <a:xfrm>
            <a:off x="2068197" y="1752600"/>
            <a:ext cx="75438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AAAAAC+EuphemiaUCAS-Bold"/>
              </a:rPr>
              <a:t>What is key takeaway for Python Learners??? </a:t>
            </a:r>
            <a:endParaRPr lang="en-US" sz="2400" b="1" dirty="0" smtClean="0">
              <a:solidFill>
                <a:srgbClr val="000000"/>
              </a:solidFill>
              <a:latin typeface="AAAAAC+EuphemiaUCAS-Bold"/>
            </a:endParaRPr>
          </a:p>
          <a:p>
            <a:pPr algn="ctr"/>
            <a:endParaRPr lang="en-US" b="1" dirty="0">
              <a:solidFill>
                <a:srgbClr val="000000"/>
              </a:solidFill>
              <a:latin typeface="AAAAAC+EuphemiaUCAS-Bold"/>
            </a:endParaRPr>
          </a:p>
          <a:p>
            <a:pPr algn="ctr"/>
            <a:endParaRPr lang="en-US" dirty="0" smtClean="0">
              <a:solidFill>
                <a:srgbClr val="000000"/>
              </a:solidFill>
              <a:latin typeface="AAAAAF+TimesNewRomanPSMT"/>
            </a:endParaRPr>
          </a:p>
          <a:p>
            <a:pPr algn="ctr"/>
            <a:endParaRPr lang="en-US" dirty="0">
              <a:solidFill>
                <a:srgbClr val="000000"/>
              </a:solidFill>
              <a:latin typeface="AAAAAF+TimesNewRomanPSMT"/>
            </a:endParaRPr>
          </a:p>
          <a:p>
            <a:pPr algn="ctr"/>
            <a:r>
              <a:rPr lang="en-US" dirty="0" smtClean="0">
                <a:solidFill>
                  <a:srgbClr val="000000"/>
                </a:solidFill>
                <a:latin typeface="AAAAAF+TimesNewRomanPSMT"/>
              </a:rPr>
              <a:t>Bugs </a:t>
            </a:r>
            <a:r>
              <a:rPr lang="en-US" dirty="0">
                <a:solidFill>
                  <a:srgbClr val="000000"/>
                </a:solidFill>
                <a:latin typeface="AAAAAF+TimesNewRomanPSMT"/>
              </a:rPr>
              <a:t>are part of journey. Your confidence might fluctuate, but every challenge strengthens your problem solving skills.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62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8887" y="1424242"/>
            <a:ext cx="5592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Loops in Python are used to repeat actions efficiently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442857" y="687977"/>
            <a:ext cx="9902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L</a:t>
            </a:r>
            <a:r>
              <a:rPr lang="en-US" sz="2400" b="1" dirty="0" smtClean="0"/>
              <a:t>oops</a:t>
            </a:r>
            <a:endParaRPr lang="en-US" sz="2400" b="1" dirty="0"/>
          </a:p>
        </p:txBody>
      </p:sp>
      <p:pic>
        <p:nvPicPr>
          <p:cNvPr id="4098" name="Picture 2" descr="Python For Loops - GeeksforGee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" t="5622" r="5318" b="10148"/>
          <a:stretch/>
        </p:blipFill>
        <p:spPr bwMode="auto">
          <a:xfrm>
            <a:off x="3631473" y="2360022"/>
            <a:ext cx="5312229" cy="305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389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craftofcoding.wordpress.com/wp-content/uploads/2020/04/controlstr_loop1-1.jpg?w=6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22363"/>
            <a:ext cx="6426835" cy="496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524000" y="1122363"/>
            <a:ext cx="2667000" cy="10264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loops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6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9863" y="676143"/>
            <a:ext cx="106157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i="0" dirty="0" smtClean="0">
                <a:solidFill>
                  <a:srgbClr val="273239"/>
                </a:solidFill>
                <a:effectLst/>
                <a:latin typeface="Nunito"/>
              </a:rPr>
              <a:t>For Loop</a:t>
            </a:r>
          </a:p>
          <a:p>
            <a:pPr fontAlgn="base"/>
            <a:r>
              <a:rPr lang="en-US" b="0" i="0" u="sng" dirty="0" smtClean="0">
                <a:solidFill>
                  <a:srgbClr val="357960"/>
                </a:solidFill>
                <a:effectLst/>
                <a:latin typeface="Nunito"/>
                <a:hlinkClick r:id="rId2"/>
              </a:rPr>
              <a:t>For loops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 is used to iterate over a sequence. It allow to execute a block of code repeatedly, once for each item in the sequence.</a:t>
            </a:r>
            <a:endParaRPr lang="en-US" dirty="0" smtClean="0"/>
          </a:p>
          <a:p>
            <a:pPr fontAlgn="base"/>
            <a:endParaRPr lang="en-US" b="0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07100" y="2852261"/>
            <a:ext cx="32885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for </a:t>
            </a:r>
            <a:r>
              <a:rPr lang="en-US" b="0" i="1" dirty="0" err="1" smtClean="0">
                <a:solidFill>
                  <a:srgbClr val="273239"/>
                </a:solidFill>
                <a:effectLst/>
                <a:latin typeface="Nunito"/>
              </a:rPr>
              <a:t>iterator_var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 in sequence:</a:t>
            </a:r>
          </a:p>
          <a:p>
            <a:r>
              <a:rPr lang="en-US" dirty="0" smtClean="0"/>
              <a:t>	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statements(s)</a:t>
            </a:r>
            <a:endParaRPr lang="en-US" dirty="0"/>
          </a:p>
        </p:txBody>
      </p:sp>
      <p:sp>
        <p:nvSpPr>
          <p:cNvPr id="5" name="AutoShape 2" descr="For-Loo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48" y="2464526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3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ython range() function - GeeksforGee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9" t="6039" r="9641" b="13269"/>
          <a:stretch/>
        </p:blipFill>
        <p:spPr bwMode="auto">
          <a:xfrm>
            <a:off x="2560320" y="1173479"/>
            <a:ext cx="6385560" cy="355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278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5466" y="1184757"/>
            <a:ext cx="775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0" dirty="0" smtClean="0">
                <a:solidFill>
                  <a:srgbClr val="273239"/>
                </a:solidFill>
                <a:effectLst/>
                <a:latin typeface="Nunito"/>
              </a:rPr>
              <a:t>Example: Display a message “hello python” </a:t>
            </a:r>
            <a:r>
              <a:rPr lang="en-US" sz="2400" b="1" dirty="0">
                <a:solidFill>
                  <a:srgbClr val="273239"/>
                </a:solidFill>
                <a:latin typeface="Nunito"/>
              </a:rPr>
              <a:t>8</a:t>
            </a:r>
            <a:r>
              <a:rPr lang="en-US" sz="2400" b="1" i="0" dirty="0" smtClean="0">
                <a:solidFill>
                  <a:srgbClr val="273239"/>
                </a:solidFill>
                <a:effectLst/>
                <a:latin typeface="Nunito"/>
              </a:rPr>
              <a:t> </a:t>
            </a:r>
            <a:r>
              <a:rPr lang="en-US" sz="2400" b="1" i="0" dirty="0" smtClean="0">
                <a:solidFill>
                  <a:srgbClr val="273239"/>
                </a:solidFill>
                <a:effectLst/>
                <a:latin typeface="Nunito"/>
              </a:rPr>
              <a:t>times</a:t>
            </a:r>
            <a:endParaRPr lang="en-US" sz="24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89166" y="2774665"/>
            <a:ext cx="4432663" cy="991041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AA2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range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print(“hello python”) </a:t>
            </a:r>
          </a:p>
        </p:txBody>
      </p:sp>
      <p:sp>
        <p:nvSpPr>
          <p:cNvPr id="4" name="AutoShape 2" descr="Python For Loop Increment in Step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3665"/>
          <a:stretch/>
        </p:blipFill>
        <p:spPr>
          <a:xfrm>
            <a:off x="5169221" y="4145279"/>
            <a:ext cx="7022779" cy="271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6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4626" y="1398117"/>
            <a:ext cx="775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0" dirty="0" smtClean="0">
                <a:solidFill>
                  <a:srgbClr val="273239"/>
                </a:solidFill>
                <a:effectLst/>
                <a:latin typeface="Nunito"/>
              </a:rPr>
              <a:t>Example: Display a message “hello python” </a:t>
            </a:r>
            <a:r>
              <a:rPr lang="en-US" sz="2400" b="1" dirty="0">
                <a:solidFill>
                  <a:srgbClr val="273239"/>
                </a:solidFill>
                <a:latin typeface="Nunito"/>
              </a:rPr>
              <a:t>8</a:t>
            </a:r>
            <a:r>
              <a:rPr lang="en-US" sz="2400" b="1" i="0" dirty="0" smtClean="0">
                <a:solidFill>
                  <a:srgbClr val="273239"/>
                </a:solidFill>
                <a:effectLst/>
                <a:latin typeface="Nunito"/>
              </a:rPr>
              <a:t> </a:t>
            </a:r>
            <a:r>
              <a:rPr lang="en-US" sz="2400" b="1" i="0" dirty="0" smtClean="0">
                <a:solidFill>
                  <a:srgbClr val="273239"/>
                </a:solidFill>
                <a:effectLst/>
                <a:latin typeface="Nunito"/>
              </a:rPr>
              <a:t>times</a:t>
            </a:r>
            <a:endParaRPr lang="en-US" sz="24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88920" y="2890829"/>
            <a:ext cx="4809309" cy="1551194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AA22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range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n):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8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print(“hello python”) </a:t>
            </a:r>
          </a:p>
        </p:txBody>
      </p:sp>
    </p:spTree>
    <p:extLst>
      <p:ext uri="{BB962C8B-B14F-4D97-AF65-F5344CB8AC3E}">
        <p14:creationId xmlns:p14="http://schemas.microsoft.com/office/powerpoint/2010/main" val="2761995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0923" y="1110734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273239"/>
                </a:solidFill>
                <a:effectLst/>
                <a:latin typeface="Nunito"/>
              </a:rPr>
              <a:t>Example: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45" y="1994782"/>
            <a:ext cx="3079269" cy="10445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40923" y="4256203"/>
            <a:ext cx="9958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273239"/>
                </a:solidFill>
                <a:effectLst/>
                <a:latin typeface="Nunito"/>
              </a:rPr>
              <a:t>Explanation: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 This code prints the numbers from 0 to 3 (inclusive) using a for loop that iterates over a range from 0 to n-1 (where n = 4).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22" y="1243149"/>
            <a:ext cx="1837572" cy="20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1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22516" y="843675"/>
            <a:ext cx="1051995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range()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function defaults to increment the sequence by 1, however it is possible to specify the increment value by adding a third parameter: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range(2, 30,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90" y="3230880"/>
            <a:ext cx="4872073" cy="21640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551" y="3112117"/>
            <a:ext cx="929721" cy="25148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77578" y="2626026"/>
            <a:ext cx="962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881229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115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AAAAAC+EuphemiaUCAS-Bold</vt:lpstr>
      <vt:lpstr>AAAAAF+TimesNewRomanPSMT</vt:lpstr>
      <vt:lpstr>Arial</vt:lpstr>
      <vt:lpstr>Calibri</vt:lpstr>
      <vt:lpstr>Calibri Light</vt:lpstr>
      <vt:lpstr>Consolas</vt:lpstr>
      <vt:lpstr>Nunito</vt:lpstr>
      <vt:lpstr>Segoe UI</vt:lpstr>
      <vt:lpstr>Times New Roman</vt:lpstr>
      <vt:lpstr>Office Theme</vt:lpstr>
      <vt:lpstr>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Microsoft account</dc:creator>
  <cp:lastModifiedBy>Microsoft account</cp:lastModifiedBy>
  <cp:revision>11</cp:revision>
  <dcterms:created xsi:type="dcterms:W3CDTF">2025-09-22T07:43:20Z</dcterms:created>
  <dcterms:modified xsi:type="dcterms:W3CDTF">2025-09-25T09:06:37Z</dcterms:modified>
</cp:coreProperties>
</file>