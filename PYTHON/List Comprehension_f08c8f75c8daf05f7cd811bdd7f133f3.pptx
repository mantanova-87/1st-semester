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26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AC5-DDB4-4767-98EB-690C4093B8E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D06D-B3AD-49AA-BC3B-4C43E11C1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1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AC5-DDB4-4767-98EB-690C4093B8E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D06D-B3AD-49AA-BC3B-4C43E11C1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0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AC5-DDB4-4767-98EB-690C4093B8E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D06D-B3AD-49AA-BC3B-4C43E11C1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6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AC5-DDB4-4767-98EB-690C4093B8E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D06D-B3AD-49AA-BC3B-4C43E11C1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33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AC5-DDB4-4767-98EB-690C4093B8E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D06D-B3AD-49AA-BC3B-4C43E11C1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7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AC5-DDB4-4767-98EB-690C4093B8E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D06D-B3AD-49AA-BC3B-4C43E11C1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6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AC5-DDB4-4767-98EB-690C4093B8E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D06D-B3AD-49AA-BC3B-4C43E11C1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0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AC5-DDB4-4767-98EB-690C4093B8E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D06D-B3AD-49AA-BC3B-4C43E11C1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2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AC5-DDB4-4767-98EB-690C4093B8E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D06D-B3AD-49AA-BC3B-4C43E11C1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51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AC5-DDB4-4767-98EB-690C4093B8E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D06D-B3AD-49AA-BC3B-4C43E11C1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34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2EAC5-DDB4-4767-98EB-690C4093B8E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3D06D-B3AD-49AA-BC3B-4C43E11C1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08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2EAC5-DDB4-4767-98EB-690C4093B8E6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3D06D-B3AD-49AA-BC3B-4C43E11C1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8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List Comprehension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731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comprehension is </a:t>
            </a:r>
            <a:r>
              <a:rPr lang="en-US" b="1" dirty="0"/>
              <a:t>an easy to read, compact, and elegant way of creating a list</a:t>
            </a:r>
            <a:r>
              <a:rPr lang="en-US" dirty="0"/>
              <a:t> from any existing </a:t>
            </a:r>
            <a:r>
              <a:rPr lang="en-US" dirty="0" err="1"/>
              <a:t>iterable</a:t>
            </a:r>
            <a:r>
              <a:rPr lang="en-US" dirty="0"/>
              <a:t> object.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List comprehension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8606" y="3148539"/>
            <a:ext cx="5252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new_list</a:t>
            </a:r>
            <a:r>
              <a:rPr lang="en-US" dirty="0"/>
              <a:t> = [expression for item in </a:t>
            </a:r>
            <a:r>
              <a:rPr lang="en-US" dirty="0" err="1"/>
              <a:t>iterable</a:t>
            </a:r>
            <a:r>
              <a:rPr lang="en-US" dirty="0"/>
              <a:t> if condition]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361" y="4139629"/>
            <a:ext cx="8647145" cy="203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92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18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List Comprehension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 Comprehension</dc:title>
  <dc:creator>Microsoft account</dc:creator>
  <cp:lastModifiedBy>Microsoft account</cp:lastModifiedBy>
  <cp:revision>6</cp:revision>
  <dcterms:created xsi:type="dcterms:W3CDTF">2025-10-30T05:21:10Z</dcterms:created>
  <dcterms:modified xsi:type="dcterms:W3CDTF">2025-10-31T06:11:45Z</dcterms:modified>
</cp:coreProperties>
</file>